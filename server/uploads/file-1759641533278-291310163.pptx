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tags+xml" PartName="/ppt/tags/tag3.xml"/>
  <Override ContentType="application/vnd.openxmlformats-officedocument.presentationml.tags+xml" PartName="/ppt/tags/tag4.xml"/>
  <Override ContentType="application/vnd.openxmlformats-officedocument.presentationml.tags+xml" PartName="/ppt/tags/tag5.xml"/>
  <Override ContentType="application/vnd.openxmlformats-officedocument.presentationml.tags+xml" PartName="/ppt/tags/tag6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vnd.openxmlformats-officedocument.presentationml.tags+xml" PartName="/ppt/tags/tag7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ppt/media/img_cc_black.png" Type="http://schemas.openxmlformats.org/officeDocument/2006/relationships/image"/><Relationship Id="rId11" Target="ppt/presentation.xml" Type="http://schemas.openxmlformats.org/officeDocument/2006/relationships/officeDocument"/><Relationship Id="rId12" Target="docProps/core.xml" Type="http://schemas.openxmlformats.org/package/2006/relationships/metadata/core-properties"/><Relationship Id="rId13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9144000" cy="5143500"/>
  <p:embeddedFontLst>
    <p:embeddedFont>
      <p:font typeface="Roboto"/>
      <p:regular r:id="rId17"/>
    </p:embeddedFont>
    <p:embeddedFont>
      <p:font typeface="Roboto-medium"/>
      <p:regular r:id="rId18"/>
    </p:embeddedFont>
  </p:embeddedFontLst>
  <p:custDataLst>
    <p:tags r:id="rId19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slides/slide11.xml" Type="http://schemas.openxmlformats.org/officeDocument/2006/relationships/slide"/><Relationship Id="rId16" Target="tableStyles.xml" Type="http://schemas.openxmlformats.org/officeDocument/2006/relationships/tableStyles"/><Relationship Id="rId17" Target="fonts/font1.fntdata" Type="http://schemas.openxmlformats.org/officeDocument/2006/relationships/font"/><Relationship Id="rId18" Target="fonts/font2.fntdata" Type="http://schemas.openxmlformats.org/officeDocument/2006/relationships/font"/><Relationship Id="rId19" Target="tags/tag7.xml" Type="http://schemas.openxmlformats.org/officeDocument/2006/relationships/tags"/><Relationship Id="rId20" Target="presProps.xml" Type="http://schemas.openxmlformats.org/officeDocument/2006/relationships/presProps"/><Relationship Id="rId21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2" Target="../tags/tag3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tags/tag4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5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6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371BF0A-C31E-4A4F-9585-DD73DC1A64DC}">
                <a16:creationId xmlns:a16="http://schemas.microsoft.com/office/drawing/2010/main" id="{0BF29CA7-9ACC-4C90-9EC8-83B14828DFA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714500" y="1905000"/>
            <a:ext cx="5715000" cy="571500"/>
          </a:xfrm>
          <a:prstGeom prst="rect">
            <a:avLst/>
          </a:prstGeom>
        </p:spPr>
        <p:txBody>
          <a:bodyPr anchor="b" bIns="0" lIns="0" rIns="0" rtlCol="0" tIns="0"/>
          <a:lstStyle>
            <a:lvl1pPr algn="ctr" lvl="0">
              <a:defRPr dirty="0" lang="en-US" sz="3600">
                <a:latin typeface="Roboto-medium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C2D03FEB-E1EF-413C-8153-40B1D89C9C4F}">
                <a16:creationId xmlns:a16="http://schemas.microsoft.com/office/drawing/2010/main" id="{5C99D1CD-C875-4C85-9DBC-772EBA7DC3F9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714500" y="2571750"/>
            <a:ext cx="5715000" cy="381000"/>
          </a:xfrm>
          <a:prstGeom prst="rect">
            <a:avLst/>
          </a:prstGeom>
        </p:spPr>
        <p:txBody>
          <a:bodyPr anchor="t" bIns="0" lIns="0" rIns="0" rtlCol="0" tIns="0">
            <a:noAutofit/>
          </a:bodyPr>
          <a:lstStyle>
            <a:lvl1pPr algn="ctr" indent="0" lvl="0" marL="0">
              <a:buNone/>
              <a:defRPr dirty="0" lang="en-US" sz="1400">
                <a:solidFill>
                  <a:schemeClr val="accent1"/>
                </a:solidFill>
              </a:defRPr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hidden="true" id="4" name="Slide Number Placeholder 5">
            <a:extLst>
              <a:ext uri="{A7D31AE6-5B66-4D67-858F-568671C6D9B1}">
                <a16:creationId xmlns:a16="http://schemas.microsoft.com/office/drawing/2010/main" id="{9FB73305-5B2C-46CF-9874-34CD435E8F9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5" name="Footer Placeholder 4">
            <a:extLst>
              <a:ext uri="{052BF823-1D54-465B-8022-E31FA33BD7AD}">
                <a16:creationId xmlns:a16="http://schemas.microsoft.com/office/drawing/2010/main" id="{E4CEE6F7-0915-4340-91F0-AA822126F2F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6" name="Date Placeholder 3">
            <a:extLst>
              <a:ext uri="{757277D4-094D-4ED5-B3BA-C8B704B280D6}">
                <a16:creationId xmlns:a16="http://schemas.microsoft.com/office/drawing/2010/main" id="{A840890F-444F-4F45-8B35-EA202FFB878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cxnSp>
        <p:nvCxnSpPr>
          <p:cNvPr id="7" name="">
            <a:extLst>
              <a:ext uri="{D6315C10-B39A-45EE-94AE-46BEE3CADF23}">
                <a16:creationId xmlns:a16="http://schemas.microsoft.com/office/drawing/2010/main" id="{7BBBFCE0-99A2-4D9D-A087-0B0351A364FF}"/>
              </a:ext>
            </a:extLst>
          </p:cNvPr>
          <p:cNvCxnSpPr/>
          <p:nvPr/>
        </p:nvCxnSpPr>
        <p:spPr>
          <a:xfrm flipH="true" flipV="true" rot="10800000">
            <a:off x="476250" y="666750"/>
            <a:ext cx="81915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8" name="">
            <a:extLst>
              <a:ext uri="{063463A0-0602-48B2-AEAD-4878C43A64E3}">
                <a16:creationId xmlns:a16="http://schemas.microsoft.com/office/drawing/2010/main" id="{9D70D4BA-C25E-47EC-A37E-8AB22E85120B}"/>
              </a:ext>
            </a:extLst>
          </p:cNvPr>
          <p:cNvCxnSpPr/>
          <p:nvPr/>
        </p:nvCxnSpPr>
        <p:spPr>
          <a:xfrm flipH="true" flipV="true" rot="10800000">
            <a:off x="0" y="4476750"/>
            <a:ext cx="91440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grpSp>
        <p:nvGrpSpPr>
          <p:cNvPr id="9" name="">
            <a:extLst>
              <a:ext uri="{D3FE8A79-1AB0-4220-9521-3BBC8046FCAB}">
                <a16:creationId xmlns:a16="http://schemas.microsoft.com/office/drawing/2010/main" id="{0BA912C7-6425-4678-B3BB-68E6FD0105E4}"/>
              </a:ext>
            </a:extLst>
          </p:cNvPr>
          <p:cNvGrpSpPr/>
          <p:nvPr/>
        </p:nvGrpSpPr>
        <p:grpSpPr>
          <a:xfrm>
            <a:off x="-2147483648" y="-931390784"/>
            <a:ext cx="2147483647" cy="930216448"/>
            <a:chOff x="-2147483648" y="-932152832"/>
            <a:chExt cx="2147483647" cy="930216448"/>
          </a:xfrm>
          <a:noFill/>
        </p:grpSpPr>
        <p:sp>
          <p:nvSpPr>
            <p:cNvPr id="10" name="">
              <a:extLst>
                <a:ext uri="{0DBA539D-293C-44F3-BACF-848688F313D5}">
                  <a16:creationId xmlns:a16="http://schemas.microsoft.com/office/drawing/2010/main" id="{F560BD95-4E3A-43D6-9AA5-2884F9BAD6A5}"/>
                </a:ext>
              </a:extLst>
            </p:cNvPr>
            <p:cNvSpPr/>
            <p:nvPr/>
          </p:nvSpPr>
          <p:spPr>
            <a:xfrm>
              <a:off x="-375950624" y="-106639720"/>
              <a:ext cx="362582912" cy="103817440"/>
            </a:xfrm>
            <a:custGeom>
              <a:avLst/>
              <a:gdLst/>
              <a:ahLst/>
              <a:cxnLst/>
              <a:rect b="b" l="0" r="r" t="0"/>
              <a:pathLst>
                <a:path h="103817440" w="362582912">
                  <a:moveTo>
                    <a:pt x="362582912" y="103817440"/>
                  </a:moveTo>
                  <a:cubicBezTo>
                    <a:pt x="348627424" y="99855776"/>
                    <a:pt x="348652192" y="99896440"/>
                    <a:pt x="348662336" y="99925216"/>
                  </a:cubicBezTo>
                  <a:cubicBezTo>
                    <a:pt x="334731040" y="95970968"/>
                    <a:pt x="334746592" y="96008120"/>
                    <a:pt x="334763360" y="96044792"/>
                  </a:cubicBezTo>
                  <a:cubicBezTo>
                    <a:pt x="320852384" y="92128280"/>
                    <a:pt x="320891616" y="92201416"/>
                    <a:pt x="320936320" y="92271336"/>
                  </a:cubicBezTo>
                  <a:cubicBezTo>
                    <a:pt x="307079744" y="88412632"/>
                    <a:pt x="307189760" y="88523416"/>
                    <a:pt x="307303456" y="88634664"/>
                  </a:cubicBezTo>
                  <a:cubicBezTo>
                    <a:pt x="293410144" y="84692432"/>
                    <a:pt x="293461856" y="84743288"/>
                    <a:pt x="293516640" y="84789480"/>
                  </a:cubicBezTo>
                  <a:cubicBezTo>
                    <a:pt x="279580448" y="80804192"/>
                    <a:pt x="279604128" y="80825912"/>
                    <a:pt x="279609760" y="80825816"/>
                  </a:cubicBezTo>
                  <a:cubicBezTo>
                    <a:pt x="265681472" y="76833096"/>
                    <a:pt x="265676528" y="76831960"/>
                    <a:pt x="265679760" y="76818048"/>
                  </a:cubicBezTo>
                  <a:cubicBezTo>
                    <a:pt x="251736624" y="72812280"/>
                    <a:pt x="251736816" y="72798760"/>
                    <a:pt x="251735856" y="72785232"/>
                  </a:cubicBezTo>
                  <a:cubicBezTo>
                    <a:pt x="237792784" y="68752504"/>
                    <a:pt x="237795648" y="68712312"/>
                    <a:pt x="237796688" y="68671928"/>
                  </a:cubicBezTo>
                  <a:cubicBezTo>
                    <a:pt x="223856320" y="64513664"/>
                    <a:pt x="223837648" y="64348020"/>
                    <a:pt x="223811536" y="64184384"/>
                  </a:cubicBezTo>
                  <a:cubicBezTo>
                    <a:pt x="209853520" y="60107468"/>
                    <a:pt x="209836304" y="60027168"/>
                    <a:pt x="209815344" y="59944208"/>
                  </a:cubicBezTo>
                  <a:cubicBezTo>
                    <a:pt x="195849152" y="55866620"/>
                    <a:pt x="195838960" y="55778704"/>
                    <a:pt x="195818288" y="55692884"/>
                  </a:cubicBezTo>
                  <a:cubicBezTo>
                    <a:pt x="181871312" y="51690640"/>
                    <a:pt x="181898560" y="51694736"/>
                    <a:pt x="181900752" y="51703972"/>
                  </a:cubicBezTo>
                  <a:cubicBezTo>
                    <a:pt x="167976928" y="47797456"/>
                    <a:pt x="167987024" y="47885276"/>
                    <a:pt x="168008656" y="47970620"/>
                  </a:cubicBezTo>
                  <a:cubicBezTo>
                    <a:pt x="154085872" y="44064200"/>
                    <a:pt x="154103216" y="44147540"/>
                    <a:pt x="154117216" y="44235076"/>
                  </a:cubicBezTo>
                  <a:cubicBezTo>
                    <a:pt x="140201296" y="40422284"/>
                    <a:pt x="140218256" y="40603356"/>
                    <a:pt x="140209872" y="40785284"/>
                  </a:cubicBezTo>
                  <a:cubicBezTo>
                    <a:pt x="126264352" y="36812948"/>
                    <a:pt x="126262912" y="36832852"/>
                    <a:pt x="126262056" y="36852860"/>
                  </a:cubicBezTo>
                  <a:cubicBezTo>
                    <a:pt x="112316808" y="32879378"/>
                    <a:pt x="112321384" y="32904048"/>
                    <a:pt x="112316440" y="32922526"/>
                  </a:cubicBezTo>
                  <a:cubicBezTo>
                    <a:pt x="98368040" y="28944666"/>
                    <a:pt x="98364136" y="28950000"/>
                    <a:pt x="98348040" y="28949330"/>
                  </a:cubicBezTo>
                  <a:cubicBezTo>
                    <a:pt x="84382696" y="24956142"/>
                    <a:pt x="84361360" y="24936422"/>
                    <a:pt x="84346032" y="24924702"/>
                  </a:cubicBezTo>
                  <a:cubicBezTo>
                    <a:pt x="70366216" y="20905702"/>
                    <a:pt x="70334872" y="20873890"/>
                    <a:pt x="70302480" y="20843974"/>
                  </a:cubicBezTo>
                  <a:cubicBezTo>
                    <a:pt x="56231584" y="16735145"/>
                    <a:pt x="56109024" y="16616847"/>
                    <a:pt x="56006628" y="16478259"/>
                  </a:cubicBezTo>
                  <a:cubicBezTo>
                    <a:pt x="42003908" y="12405252"/>
                    <a:pt x="41953828" y="12319145"/>
                    <a:pt x="41912380" y="12228751"/>
                  </a:cubicBezTo>
                  <a:cubicBezTo>
                    <a:pt x="27947616" y="8193649"/>
                    <a:pt x="27928490" y="8150405"/>
                    <a:pt x="27912566" y="8105924"/>
                  </a:cubicBezTo>
                  <a:cubicBezTo>
                    <a:pt x="13956283" y="4080923"/>
                    <a:pt x="13929048" y="4036247"/>
                    <a:pt x="13941252" y="4001765"/>
                  </a:cubicBezTo>
                  <a:cubicBezTo>
                    <a:pt x="0" y="0"/>
                    <a:pt x="26938" y="7720"/>
                    <a:pt x="23813" y="16669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1" name="">
              <a:extLst>
                <a:ext uri="{79472D63-0C2D-4C31-B31D-C26CD7A23AAF}">
                  <a16:creationId xmlns:a16="http://schemas.microsoft.com/office/drawing/2010/main" id="{573C1B46-18C2-4615-A809-6F4E413B072F}"/>
                </a:ext>
              </a:extLst>
            </p:cNvPr>
            <p:cNvSpPr/>
            <p:nvPr/>
          </p:nvSpPr>
          <p:spPr>
            <a:xfrm>
              <a:off x="-152859568" y="-42762040"/>
              <a:ext cx="139461056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61056">
                  <a:moveTo>
                    <a:pt x="139461056" y="39923372"/>
                  </a:moveTo>
                  <a:cubicBezTo>
                    <a:pt x="125589344" y="35915036"/>
                    <a:pt x="125651736" y="35879792"/>
                    <a:pt x="125720216" y="35850356"/>
                  </a:cubicBezTo>
                  <a:cubicBezTo>
                    <a:pt x="125788704" y="35820924"/>
                    <a:pt x="111912800" y="31799062"/>
                    <a:pt x="111981088" y="31768962"/>
                  </a:cubicBezTo>
                  <a:cubicBezTo>
                    <a:pt x="98087552" y="27754054"/>
                    <a:pt x="98148808" y="27704142"/>
                    <a:pt x="98206336" y="27702712"/>
                  </a:cubicBezTo>
                  <a:cubicBezTo>
                    <a:pt x="84291576" y="23709710"/>
                    <a:pt x="84296336" y="23725424"/>
                    <a:pt x="84302152" y="23751904"/>
                  </a:cubicBezTo>
                  <a:cubicBezTo>
                    <a:pt x="70359752" y="19769662"/>
                    <a:pt x="70332424" y="19765472"/>
                    <a:pt x="70330416" y="19756234"/>
                  </a:cubicBezTo>
                  <a:cubicBezTo>
                    <a:pt x="56379072" y="15732844"/>
                    <a:pt x="56367548" y="15742273"/>
                    <a:pt x="56338396" y="15755515"/>
                  </a:cubicBezTo>
                  <a:cubicBezTo>
                    <a:pt x="42369812" y="11774131"/>
                    <a:pt x="42347332" y="11788799"/>
                    <a:pt x="42323520" y="11800324"/>
                  </a:cubicBezTo>
                  <a:cubicBezTo>
                    <a:pt x="28326168" y="7833418"/>
                    <a:pt x="28271688" y="7855230"/>
                    <a:pt x="28217960" y="7878566"/>
                  </a:cubicBezTo>
                  <a:cubicBezTo>
                    <a:pt x="14175935" y="3928614"/>
                    <a:pt x="14079931" y="3984336"/>
                    <a:pt x="13976487" y="4007004"/>
                  </a:cubicBezTo>
                  <a:cubicBezTo>
                    <a:pt x="23236" y="16571"/>
                    <a:pt x="0" y="3335"/>
                    <a:pt x="15236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2" name="">
              <a:extLst>
                <a:ext uri="{83E64302-9B39-4366-AC9E-B135833E1005}">
                  <a16:creationId xmlns:a16="http://schemas.microsoft.com/office/drawing/2010/main" id="{B19AEB1F-6EDD-4A79-8E33-3CE752465203}"/>
                </a:ext>
              </a:extLst>
            </p:cNvPr>
            <p:cNvSpPr/>
            <p:nvPr/>
          </p:nvSpPr>
          <p:spPr>
            <a:xfrm>
              <a:off x="-305918752" y="-86055768"/>
              <a:ext cx="292836192" cy="83839088"/>
            </a:xfrm>
            <a:custGeom>
              <a:avLst/>
              <a:gdLst/>
              <a:ahLst/>
              <a:cxnLst/>
              <a:rect b="b" l="0" r="r" t="0"/>
              <a:pathLst>
                <a:path h="83839088" w="292836192">
                  <a:moveTo>
                    <a:pt x="292836192" y="83839088"/>
                  </a:moveTo>
                  <a:cubicBezTo>
                    <a:pt x="278890752" y="79844840"/>
                    <a:pt x="278889984" y="79842936"/>
                    <a:pt x="278889120" y="79841032"/>
                  </a:cubicBezTo>
                  <a:cubicBezTo>
                    <a:pt x="264951888" y="75851744"/>
                    <a:pt x="264959120" y="75854792"/>
                    <a:pt x="264966448" y="75857840"/>
                  </a:cubicBezTo>
                  <a:cubicBezTo>
                    <a:pt x="250957296" y="71872552"/>
                    <a:pt x="250892432" y="71884264"/>
                    <a:pt x="250827856" y="71867592"/>
                  </a:cubicBezTo>
                  <a:cubicBezTo>
                    <a:pt x="236824320" y="67859352"/>
                    <a:pt x="236770880" y="67827640"/>
                    <a:pt x="236728576" y="67783536"/>
                  </a:cubicBezTo>
                  <a:cubicBezTo>
                    <a:pt x="222732752" y="63738716"/>
                    <a:pt x="222692176" y="63673376"/>
                    <a:pt x="222654464" y="63610892"/>
                  </a:cubicBezTo>
                  <a:cubicBezTo>
                    <a:pt x="208673488" y="59558356"/>
                    <a:pt x="208623488" y="59486820"/>
                    <a:pt x="208619392" y="59414624"/>
                  </a:cubicBezTo>
                  <a:cubicBezTo>
                    <a:pt x="194674448" y="55420188"/>
                    <a:pt x="194675584" y="55418192"/>
                    <a:pt x="194677568" y="55417520"/>
                  </a:cubicBezTo>
                  <a:cubicBezTo>
                    <a:pt x="180769200" y="51408992"/>
                    <a:pt x="180808816" y="51417280"/>
                    <a:pt x="180847184" y="51417948"/>
                  </a:cubicBezTo>
                  <a:cubicBezTo>
                    <a:pt x="166923088" y="47425988"/>
                    <a:pt x="166943568" y="47426180"/>
                    <a:pt x="166964064" y="47427604"/>
                  </a:cubicBezTo>
                  <a:cubicBezTo>
                    <a:pt x="153051280" y="43437652"/>
                    <a:pt x="153083488" y="43449940"/>
                    <a:pt x="153115120" y="43450128"/>
                  </a:cubicBezTo>
                  <a:cubicBezTo>
                    <a:pt x="139180736" y="39457884"/>
                    <a:pt x="139199296" y="39473316"/>
                    <a:pt x="139181104" y="39473224"/>
                  </a:cubicBezTo>
                  <a:cubicBezTo>
                    <a:pt x="125195464" y="35480604"/>
                    <a:pt x="125156992" y="35466316"/>
                    <a:pt x="125115744" y="35464596"/>
                  </a:cubicBezTo>
                  <a:cubicBezTo>
                    <a:pt x="111140488" y="31471024"/>
                    <a:pt x="111105832" y="31466544"/>
                    <a:pt x="111075160" y="31468832"/>
                  </a:cubicBezTo>
                  <a:cubicBezTo>
                    <a:pt x="97095040" y="27479066"/>
                    <a:pt x="97087808" y="27491736"/>
                    <a:pt x="97097144" y="27522502"/>
                  </a:cubicBezTo>
                  <a:cubicBezTo>
                    <a:pt x="83160656" y="23553502"/>
                    <a:pt x="83171128" y="23575882"/>
                    <a:pt x="83183704" y="23597122"/>
                  </a:cubicBezTo>
                  <a:cubicBezTo>
                    <a:pt x="69257984" y="19639838"/>
                    <a:pt x="69276944" y="19674794"/>
                    <a:pt x="69297896" y="19708606"/>
                  </a:cubicBezTo>
                  <a:cubicBezTo>
                    <a:pt x="55394832" y="15783325"/>
                    <a:pt x="55439312" y="15856381"/>
                    <a:pt x="55501228" y="15906577"/>
                  </a:cubicBezTo>
                  <a:cubicBezTo>
                    <a:pt x="41641792" y="11983389"/>
                    <a:pt x="41734292" y="11976916"/>
                    <a:pt x="41836500" y="11965675"/>
                  </a:cubicBezTo>
                  <a:cubicBezTo>
                    <a:pt x="27900400" y="7971626"/>
                    <a:pt x="27909070" y="7975151"/>
                    <a:pt x="27913832" y="7982388"/>
                  </a:cubicBezTo>
                  <a:cubicBezTo>
                    <a:pt x="13970012" y="3991961"/>
                    <a:pt x="13970868" y="3993868"/>
                    <a:pt x="13971724" y="3995765"/>
                  </a:cubicBezTo>
                  <a:cubicBezTo>
                    <a:pt x="30770" y="11720"/>
                    <a:pt x="3907" y="8865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3" name="">
              <a:extLst>
                <a:ext uri="{C30F728A-2676-478A-A857-09D861238C5C}">
                  <a16:creationId xmlns:a16="http://schemas.microsoft.com/office/drawing/2010/main" id="{DBEB604C-E8E1-4939-BC38-AF42332BAD01}"/>
                </a:ext>
              </a:extLst>
            </p:cNvPr>
            <p:cNvSpPr/>
            <p:nvPr/>
          </p:nvSpPr>
          <p:spPr>
            <a:xfrm>
              <a:off x="-207888640" y="-58260096"/>
              <a:ext cx="195231440" cy="55892724"/>
            </a:xfrm>
            <a:custGeom>
              <a:avLst/>
              <a:gdLst/>
              <a:ahLst/>
              <a:cxnLst/>
              <a:rect b="b" l="0" r="r" t="0"/>
              <a:pathLst>
                <a:path h="55892724" w="195231440">
                  <a:moveTo>
                    <a:pt x="195231440" y="55892724"/>
                  </a:moveTo>
                  <a:cubicBezTo>
                    <a:pt x="181362688" y="51836380"/>
                    <a:pt x="181437168" y="51758556"/>
                    <a:pt x="181476880" y="51666548"/>
                  </a:cubicBezTo>
                  <a:cubicBezTo>
                    <a:pt x="167572592" y="47581152"/>
                    <a:pt x="167560224" y="47479424"/>
                    <a:pt x="167548784" y="47381316"/>
                  </a:cubicBezTo>
                  <a:cubicBezTo>
                    <a:pt x="153598496" y="43342972"/>
                    <a:pt x="153589344" y="43297444"/>
                    <a:pt x="153576576" y="43252868"/>
                  </a:cubicBezTo>
                  <a:cubicBezTo>
                    <a:pt x="139629424" y="39251196"/>
                    <a:pt x="139627232" y="39215096"/>
                    <a:pt x="139620384" y="39206904"/>
                  </a:cubicBezTo>
                  <a:cubicBezTo>
                    <a:pt x="125656360" y="35191232"/>
                    <a:pt x="125628264" y="35225996"/>
                    <a:pt x="125614552" y="35237140"/>
                  </a:cubicBezTo>
                  <a:cubicBezTo>
                    <a:pt x="111596440" y="31304432"/>
                    <a:pt x="111527560" y="31368344"/>
                    <a:pt x="111476608" y="31448830"/>
                  </a:cubicBezTo>
                  <a:cubicBezTo>
                    <a:pt x="97527264" y="27464016"/>
                    <a:pt x="97500888" y="27455254"/>
                    <a:pt x="97506888" y="27445822"/>
                  </a:cubicBezTo>
                  <a:cubicBezTo>
                    <a:pt x="83593928" y="23404240"/>
                    <a:pt x="83631648" y="23359190"/>
                    <a:pt x="83674600" y="23319370"/>
                  </a:cubicBezTo>
                  <a:cubicBezTo>
                    <a:pt x="69768032" y="19291316"/>
                    <a:pt x="69810224" y="19248644"/>
                    <a:pt x="69854232" y="19220642"/>
                  </a:cubicBezTo>
                  <a:cubicBezTo>
                    <a:pt x="55982416" y="15181915"/>
                    <a:pt x="55991844" y="15308600"/>
                    <a:pt x="56002896" y="15349653"/>
                  </a:cubicBezTo>
                  <a:cubicBezTo>
                    <a:pt x="42072892" y="11415039"/>
                    <a:pt x="42081652" y="11474091"/>
                    <a:pt x="42084428" y="11533528"/>
                  </a:cubicBezTo>
                  <a:cubicBezTo>
                    <a:pt x="28143082" y="7596341"/>
                    <a:pt x="28146710" y="7660919"/>
                    <a:pt x="28130802" y="7714167"/>
                  </a:cubicBezTo>
                  <a:cubicBezTo>
                    <a:pt x="14152401" y="3834794"/>
                    <a:pt x="14065057" y="3928523"/>
                    <a:pt x="13977156" y="4003007"/>
                  </a:cubicBezTo>
                  <a:cubicBezTo>
                    <a:pt x="25245" y="16766"/>
                    <a:pt x="0" y="6288"/>
                    <a:pt x="733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4" name="">
              <a:extLst>
                <a:ext uri="{F71C82C1-16F2-48DE-A9A5-2C2F4AC07376}">
                  <a16:creationId xmlns:a16="http://schemas.microsoft.com/office/drawing/2010/main" id="{84E2B9FC-37E0-497C-8A0D-73106426D5AE}"/>
                </a:ext>
              </a:extLst>
            </p:cNvPr>
            <p:cNvSpPr/>
            <p:nvPr/>
          </p:nvSpPr>
          <p:spPr>
            <a:xfrm>
              <a:off x="-208037808" y="-58160176"/>
              <a:ext cx="195243072" cy="55910340"/>
            </a:xfrm>
            <a:custGeom>
              <a:avLst/>
              <a:gdLst/>
              <a:ahLst/>
              <a:cxnLst/>
              <a:rect b="b" l="0" r="r" t="0"/>
              <a:pathLst>
                <a:path h="55910340" w="195243088">
                  <a:moveTo>
                    <a:pt x="195243072" y="55910340"/>
                  </a:moveTo>
                  <a:cubicBezTo>
                    <a:pt x="181258112" y="51962772"/>
                    <a:pt x="181175152" y="51943248"/>
                    <a:pt x="181131984" y="51911812"/>
                  </a:cubicBezTo>
                  <a:cubicBezTo>
                    <a:pt x="167121408" y="47871184"/>
                    <a:pt x="167144464" y="47781360"/>
                    <a:pt x="167205424" y="47740500"/>
                  </a:cubicBezTo>
                  <a:cubicBezTo>
                    <a:pt x="153316832" y="43710636"/>
                    <a:pt x="153391504" y="43700160"/>
                    <a:pt x="153423520" y="43773028"/>
                  </a:cubicBezTo>
                  <a:cubicBezTo>
                    <a:pt x="139494080" y="39814788"/>
                    <a:pt x="139497328" y="39852980"/>
                    <a:pt x="139488272" y="39889180"/>
                  </a:cubicBezTo>
                  <a:cubicBezTo>
                    <a:pt x="125538072" y="35918464"/>
                    <a:pt x="125530248" y="35957136"/>
                    <a:pt x="125507496" y="35967516"/>
                  </a:cubicBezTo>
                  <a:cubicBezTo>
                    <a:pt x="111554920" y="31978894"/>
                    <a:pt x="111530152" y="31967274"/>
                    <a:pt x="111541400" y="31962130"/>
                  </a:cubicBezTo>
                  <a:cubicBezTo>
                    <a:pt x="97621864" y="27958266"/>
                    <a:pt x="97633960" y="27887878"/>
                    <a:pt x="97632824" y="27864350"/>
                  </a:cubicBezTo>
                  <a:cubicBezTo>
                    <a:pt x="83687192" y="23851154"/>
                    <a:pt x="83682528" y="23830578"/>
                    <a:pt x="83674424" y="23811246"/>
                  </a:cubicBezTo>
                  <a:cubicBezTo>
                    <a:pt x="69727656" y="19812334"/>
                    <a:pt x="69724416" y="19806046"/>
                    <a:pt x="69720232" y="19800524"/>
                  </a:cubicBezTo>
                  <a:cubicBezTo>
                    <a:pt x="55755648" y="15802472"/>
                    <a:pt x="55735636" y="15796757"/>
                    <a:pt x="55715644" y="15790948"/>
                  </a:cubicBezTo>
                  <a:cubicBezTo>
                    <a:pt x="41760484" y="11801945"/>
                    <a:pt x="41750568" y="11806897"/>
                    <a:pt x="41741636" y="11813372"/>
                  </a:cubicBezTo>
                  <a:cubicBezTo>
                    <a:pt x="27756576" y="7843419"/>
                    <a:pt x="27721342" y="7885710"/>
                    <a:pt x="27728856" y="7934953"/>
                  </a:cubicBezTo>
                  <a:cubicBezTo>
                    <a:pt x="13793613" y="4004146"/>
                    <a:pt x="13891915" y="4050818"/>
                    <a:pt x="13938293" y="3999291"/>
                  </a:cubicBezTo>
                  <a:cubicBezTo>
                    <a:pt x="0" y="0"/>
                    <a:pt x="25915" y="9809"/>
                    <a:pt x="18957" y="17622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5" name="">
              <a:extLst>
                <a:ext uri="{58B3FC8D-614F-483E-880D-DABE1840B29A}">
                  <a16:creationId xmlns:a16="http://schemas.microsoft.com/office/drawing/2010/main" id="{04FE041C-0A3D-42F9-81B3-01B3089F554B}"/>
                </a:ext>
              </a:extLst>
            </p:cNvPr>
            <p:cNvSpPr/>
            <p:nvPr/>
          </p:nvSpPr>
          <p:spPr>
            <a:xfrm>
              <a:off x="-236044016" y="-66495088"/>
              <a:ext cx="223136208" cy="63894064"/>
            </a:xfrm>
            <a:custGeom>
              <a:avLst/>
              <a:gdLst/>
              <a:ahLst/>
              <a:cxnLst/>
              <a:rect b="b" l="0" r="r" t="0"/>
              <a:pathLst>
                <a:path h="63894064" w="223136224">
                  <a:moveTo>
                    <a:pt x="223136208" y="63894064"/>
                  </a:moveTo>
                  <a:cubicBezTo>
                    <a:pt x="209172016" y="59945920"/>
                    <a:pt x="209081344" y="59947740"/>
                    <a:pt x="209043152" y="59931732"/>
                  </a:cubicBezTo>
                  <a:cubicBezTo>
                    <a:pt x="195065136" y="55925108"/>
                    <a:pt x="195038192" y="55898820"/>
                    <a:pt x="195023040" y="55865764"/>
                  </a:cubicBezTo>
                  <a:cubicBezTo>
                    <a:pt x="181061392" y="51830476"/>
                    <a:pt x="181095312" y="51790276"/>
                    <a:pt x="181125040" y="51761420"/>
                  </a:cubicBezTo>
                  <a:cubicBezTo>
                    <a:pt x="167227792" y="47722976"/>
                    <a:pt x="167310672" y="47689548"/>
                    <a:pt x="167359728" y="47751268"/>
                  </a:cubicBezTo>
                  <a:cubicBezTo>
                    <a:pt x="153441520" y="43792172"/>
                    <a:pt x="153445040" y="43830556"/>
                    <a:pt x="153433616" y="43869136"/>
                  </a:cubicBezTo>
                  <a:cubicBezTo>
                    <a:pt x="139480656" y="39904892"/>
                    <a:pt x="139476752" y="39942324"/>
                    <a:pt x="139446352" y="39955188"/>
                  </a:cubicBezTo>
                  <a:cubicBezTo>
                    <a:pt x="125493672" y="35966280"/>
                    <a:pt x="125469000" y="35954560"/>
                    <a:pt x="125480160" y="35949800"/>
                  </a:cubicBezTo>
                  <a:cubicBezTo>
                    <a:pt x="111563096" y="31945746"/>
                    <a:pt x="111583584" y="31872310"/>
                    <a:pt x="111581112" y="31844778"/>
                  </a:cubicBezTo>
                  <a:cubicBezTo>
                    <a:pt x="97635000" y="27842918"/>
                    <a:pt x="97632424" y="27833678"/>
                    <a:pt x="97628904" y="27824726"/>
                  </a:cubicBezTo>
                  <a:cubicBezTo>
                    <a:pt x="83674040" y="23802670"/>
                    <a:pt x="83672232" y="23802766"/>
                    <a:pt x="83637752" y="23792766"/>
                  </a:cubicBezTo>
                  <a:cubicBezTo>
                    <a:pt x="69660008" y="19790714"/>
                    <a:pt x="69658224" y="19790238"/>
                    <a:pt x="69632888" y="19805000"/>
                  </a:cubicBezTo>
                  <a:cubicBezTo>
                    <a:pt x="55674108" y="15820472"/>
                    <a:pt x="55660864" y="15829996"/>
                    <a:pt x="55648956" y="15840955"/>
                  </a:cubicBezTo>
                  <a:cubicBezTo>
                    <a:pt x="41689140" y="11863857"/>
                    <a:pt x="41675988" y="11881000"/>
                    <a:pt x="41665140" y="11899576"/>
                  </a:cubicBezTo>
                  <a:cubicBezTo>
                    <a:pt x="27699704" y="7942004"/>
                    <a:pt x="27717136" y="7975630"/>
                    <a:pt x="27745712" y="8000870"/>
                  </a:cubicBezTo>
                  <a:cubicBezTo>
                    <a:pt x="13827696" y="4031963"/>
                    <a:pt x="13919820" y="4048251"/>
                    <a:pt x="13940488" y="4001770"/>
                  </a:cubicBezTo>
                  <a:cubicBezTo>
                    <a:pt x="0" y="0"/>
                    <a:pt x="26677" y="8386"/>
                    <a:pt x="22957" y="16669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6" name="">
              <a:extLst>
                <a:ext uri="{F44226E1-FF49-4EF9-A008-AA823A171EB2}">
                  <a16:creationId xmlns:a16="http://schemas.microsoft.com/office/drawing/2010/main" id="{DF36359A-FCDE-4498-BDEB-283277B8F131}"/>
                </a:ext>
              </a:extLst>
            </p:cNvPr>
            <p:cNvSpPr/>
            <p:nvPr/>
          </p:nvSpPr>
          <p:spPr>
            <a:xfrm>
              <a:off x="-361872864" y="-102696704"/>
              <a:ext cx="348614496" cy="99808408"/>
            </a:xfrm>
            <a:custGeom>
              <a:avLst/>
              <a:gdLst/>
              <a:ahLst/>
              <a:cxnLst/>
              <a:rect b="b" l="0" r="r" t="0"/>
              <a:pathLst>
                <a:path h="99808408" w="348614528">
                  <a:moveTo>
                    <a:pt x="348614496" y="99808408"/>
                  </a:moveTo>
                  <a:cubicBezTo>
                    <a:pt x="334646144" y="95778264"/>
                    <a:pt x="334619456" y="95742440"/>
                    <a:pt x="334590112" y="95708832"/>
                  </a:cubicBezTo>
                  <a:cubicBezTo>
                    <a:pt x="320632224" y="91701152"/>
                    <a:pt x="320584992" y="91652384"/>
                    <a:pt x="320591648" y="91628384"/>
                  </a:cubicBezTo>
                  <a:cubicBezTo>
                    <a:pt x="306652768" y="87615656"/>
                    <a:pt x="306696480" y="87612512"/>
                    <a:pt x="306712672" y="87607472"/>
                  </a:cubicBezTo>
                  <a:cubicBezTo>
                    <a:pt x="292823136" y="83597984"/>
                    <a:pt x="292877472" y="83578752"/>
                    <a:pt x="292932320" y="83560936"/>
                  </a:cubicBezTo>
                  <a:cubicBezTo>
                    <a:pt x="279030592" y="79554688"/>
                    <a:pt x="279071744" y="79537256"/>
                    <a:pt x="279114144" y="79522784"/>
                  </a:cubicBezTo>
                  <a:cubicBezTo>
                    <a:pt x="265183552" y="75525680"/>
                    <a:pt x="265200112" y="75518152"/>
                    <a:pt x="265213552" y="75528344"/>
                  </a:cubicBezTo>
                  <a:cubicBezTo>
                    <a:pt x="251289616" y="71551728"/>
                    <a:pt x="251286864" y="71601824"/>
                    <a:pt x="251289456" y="71623736"/>
                  </a:cubicBezTo>
                  <a:cubicBezTo>
                    <a:pt x="237349936" y="67673592"/>
                    <a:pt x="237358976" y="67715504"/>
                    <a:pt x="237354000" y="67758080"/>
                  </a:cubicBezTo>
                  <a:cubicBezTo>
                    <a:pt x="223408272" y="63775076"/>
                    <a:pt x="223383536" y="63768028"/>
                    <a:pt x="223382288" y="63760404"/>
                  </a:cubicBezTo>
                  <a:cubicBezTo>
                    <a:pt x="209437616" y="59767312"/>
                    <a:pt x="209437520" y="59766452"/>
                    <a:pt x="209437328" y="59765596"/>
                  </a:cubicBezTo>
                  <a:cubicBezTo>
                    <a:pt x="195491136" y="55762780"/>
                    <a:pt x="195518464" y="55767444"/>
                    <a:pt x="195519888" y="55776684"/>
                  </a:cubicBezTo>
                  <a:cubicBezTo>
                    <a:pt x="181575408" y="51785200"/>
                    <a:pt x="181575600" y="51785964"/>
                    <a:pt x="181575680" y="51786820"/>
                  </a:cubicBezTo>
                  <a:cubicBezTo>
                    <a:pt x="167622064" y="47792672"/>
                    <a:pt x="167613008" y="47790956"/>
                    <a:pt x="167603968" y="47789148"/>
                  </a:cubicBezTo>
                  <a:cubicBezTo>
                    <a:pt x="153663952" y="43758044"/>
                    <a:pt x="153656144" y="43720516"/>
                    <a:pt x="153651200" y="43682228"/>
                  </a:cubicBezTo>
                  <a:cubicBezTo>
                    <a:pt x="139704512" y="39673312"/>
                    <a:pt x="139703664" y="39656644"/>
                    <a:pt x="139701008" y="39640164"/>
                  </a:cubicBezTo>
                  <a:cubicBezTo>
                    <a:pt x="125756416" y="35647828"/>
                    <a:pt x="125743264" y="35605540"/>
                    <a:pt x="125758712" y="35617444"/>
                  </a:cubicBezTo>
                  <a:cubicBezTo>
                    <a:pt x="111806312" y="31619106"/>
                    <a:pt x="111736584" y="31653398"/>
                    <a:pt x="111723160" y="31657872"/>
                  </a:cubicBezTo>
                  <a:cubicBezTo>
                    <a:pt x="97740664" y="27678014"/>
                    <a:pt x="97702560" y="27689822"/>
                    <a:pt x="97664840" y="27702680"/>
                  </a:cubicBezTo>
                  <a:cubicBezTo>
                    <a:pt x="83687112" y="23721778"/>
                    <a:pt x="83653872" y="23732728"/>
                    <a:pt x="83620624" y="23743686"/>
                  </a:cubicBezTo>
                  <a:cubicBezTo>
                    <a:pt x="69665088" y="19754878"/>
                    <a:pt x="69643376" y="19758496"/>
                    <a:pt x="69633664" y="19765258"/>
                  </a:cubicBezTo>
                  <a:cubicBezTo>
                    <a:pt x="55680140" y="15771493"/>
                    <a:pt x="55676604" y="15775400"/>
                    <a:pt x="55678612" y="15784739"/>
                  </a:cubicBezTo>
                  <a:cubicBezTo>
                    <a:pt x="41730588" y="11799261"/>
                    <a:pt x="41732524" y="11807549"/>
                    <a:pt x="41738512" y="11812219"/>
                  </a:cubicBezTo>
                  <a:cubicBezTo>
                    <a:pt x="27805558" y="7850368"/>
                    <a:pt x="27834058" y="7875036"/>
                    <a:pt x="27854298" y="7899323"/>
                  </a:cubicBezTo>
                  <a:cubicBezTo>
                    <a:pt x="13931727" y="3933853"/>
                    <a:pt x="13951744" y="3962140"/>
                    <a:pt x="13969827" y="3991766"/>
                  </a:cubicBezTo>
                  <a:cubicBezTo>
                    <a:pt x="31924" y="10009"/>
                    <a:pt x="4763" y="7525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7" name="">
              <a:extLst>
                <a:ext uri="{405EAEB9-6548-4938-A98C-4358CAC1F6F3}">
                  <a16:creationId xmlns:a16="http://schemas.microsoft.com/office/drawing/2010/main" id="{3EE488EC-3F5B-4957-86CC-8BD96817CE93}"/>
                </a:ext>
              </a:extLst>
            </p:cNvPr>
            <p:cNvSpPr/>
            <p:nvPr/>
          </p:nvSpPr>
          <p:spPr>
            <a:xfrm>
              <a:off x="-682609280" y="-194838208"/>
              <a:ext cx="669353408" cy="191648448"/>
            </a:xfrm>
            <a:custGeom>
              <a:avLst/>
              <a:gdLst/>
              <a:ahLst/>
              <a:cxnLst/>
              <a:rect b="b" l="0" r="r" t="0"/>
              <a:pathLst>
                <a:path h="191648448" w="669353344">
                  <a:moveTo>
                    <a:pt x="669353408" y="191648448"/>
                  </a:moveTo>
                  <a:cubicBezTo>
                    <a:pt x="655333376" y="187686512"/>
                    <a:pt x="655242176" y="187581904"/>
                    <a:pt x="655215296" y="187522864"/>
                  </a:cubicBezTo>
                  <a:cubicBezTo>
                    <a:pt x="641268096" y="183524720"/>
                    <a:pt x="641280320" y="183524528"/>
                    <a:pt x="641282496" y="183524720"/>
                  </a:cubicBezTo>
                  <a:cubicBezTo>
                    <a:pt x="627347392" y="179533520"/>
                    <a:pt x="627356864" y="179536000"/>
                    <a:pt x="627365696" y="179539600"/>
                  </a:cubicBezTo>
                  <a:cubicBezTo>
                    <a:pt x="613417152" y="175546032"/>
                    <a:pt x="613469888" y="175563184"/>
                    <a:pt x="613473408" y="175560224"/>
                  </a:cubicBezTo>
                  <a:cubicBezTo>
                    <a:pt x="599543552" y="171555408"/>
                    <a:pt x="599508544" y="171470160"/>
                    <a:pt x="599505664" y="171452640"/>
                  </a:cubicBezTo>
                  <a:cubicBezTo>
                    <a:pt x="585555392" y="167426096"/>
                    <a:pt x="585560896" y="167395248"/>
                    <a:pt x="585565952" y="167361328"/>
                  </a:cubicBezTo>
                  <a:cubicBezTo>
                    <a:pt x="571624128" y="163350896"/>
                    <a:pt x="571624576" y="163296048"/>
                    <a:pt x="571639744" y="163282608"/>
                  </a:cubicBezTo>
                  <a:cubicBezTo>
                    <a:pt x="557721152" y="159267120"/>
                    <a:pt x="557755328" y="159322544"/>
                    <a:pt x="557766016" y="159334464"/>
                  </a:cubicBezTo>
                  <a:cubicBezTo>
                    <a:pt x="543846208" y="155369936"/>
                    <a:pt x="543873344" y="155398800"/>
                    <a:pt x="543895744" y="155428432"/>
                  </a:cubicBezTo>
                  <a:cubicBezTo>
                    <a:pt x="529971328" y="151462672"/>
                    <a:pt x="529981152" y="151492752"/>
                    <a:pt x="529995104" y="151522576"/>
                  </a:cubicBezTo>
                  <a:cubicBezTo>
                    <a:pt x="516042400" y="147527472"/>
                    <a:pt x="516034304" y="147524704"/>
                    <a:pt x="516026112" y="147521952"/>
                  </a:cubicBezTo>
                  <a:cubicBezTo>
                    <a:pt x="502117472" y="143516656"/>
                    <a:pt x="502104096" y="143462368"/>
                    <a:pt x="502132640" y="143447696"/>
                  </a:cubicBezTo>
                  <a:cubicBezTo>
                    <a:pt x="488195488" y="139452880"/>
                    <a:pt x="488203808" y="139454592"/>
                    <a:pt x="488209664" y="139459744"/>
                  </a:cubicBezTo>
                  <a:cubicBezTo>
                    <a:pt x="474286368" y="135488256"/>
                    <a:pt x="474288384" y="135531024"/>
                    <a:pt x="474285536" y="135558832"/>
                  </a:cubicBezTo>
                  <a:cubicBezTo>
                    <a:pt x="460335264" y="131621944"/>
                    <a:pt x="460309760" y="131682720"/>
                    <a:pt x="460266880" y="131719384"/>
                  </a:cubicBezTo>
                  <a:cubicBezTo>
                    <a:pt x="446302624" y="127743904"/>
                    <a:pt x="446263008" y="127778472"/>
                    <a:pt x="446235264" y="127771520"/>
                  </a:cubicBezTo>
                  <a:cubicBezTo>
                    <a:pt x="432259360" y="123771272"/>
                    <a:pt x="432243744" y="123717656"/>
                    <a:pt x="432241152" y="123690976"/>
                  </a:cubicBezTo>
                  <a:cubicBezTo>
                    <a:pt x="418296032" y="119692736"/>
                    <a:pt x="418304096" y="119692168"/>
                    <a:pt x="418308320" y="119692840"/>
                  </a:cubicBezTo>
                  <a:cubicBezTo>
                    <a:pt x="404386464" y="115705352"/>
                    <a:pt x="404408192" y="115714408"/>
                    <a:pt x="404427744" y="115727072"/>
                  </a:cubicBezTo>
                  <a:lnTo>
                    <a:pt x="390461152" y="111737032"/>
                  </a:lnTo>
                  <a:cubicBezTo>
                    <a:pt x="376516000" y="107694216"/>
                    <a:pt x="376461984" y="107654304"/>
                    <a:pt x="376456672" y="107602008"/>
                  </a:cubicBezTo>
                  <a:cubicBezTo>
                    <a:pt x="362511840" y="103607104"/>
                    <a:pt x="362512864" y="103606240"/>
                    <a:pt x="362514848" y="103604824"/>
                  </a:cubicBezTo>
                  <a:cubicBezTo>
                    <a:pt x="348631520" y="99570856"/>
                    <a:pt x="348741504" y="99757272"/>
                    <a:pt x="348677952" y="99797656"/>
                  </a:cubicBezTo>
                  <a:cubicBezTo>
                    <a:pt x="334725920" y="95809992"/>
                    <a:pt x="334700896" y="95799128"/>
                    <a:pt x="334711840" y="95792184"/>
                  </a:cubicBezTo>
                  <a:cubicBezTo>
                    <a:pt x="320815616" y="91769184"/>
                    <a:pt x="320724704" y="91631256"/>
                    <a:pt x="320706208" y="91644120"/>
                  </a:cubicBezTo>
                  <a:cubicBezTo>
                    <a:pt x="306752096" y="87658456"/>
                    <a:pt x="306820480" y="87764176"/>
                    <a:pt x="306820768" y="87786464"/>
                  </a:cubicBezTo>
                  <a:cubicBezTo>
                    <a:pt x="292876320" y="83804224"/>
                    <a:pt x="292859072" y="83799184"/>
                    <a:pt x="292854240" y="83796424"/>
                  </a:cubicBezTo>
                  <a:cubicBezTo>
                    <a:pt x="278895712" y="79796272"/>
                    <a:pt x="278881216" y="79789800"/>
                    <a:pt x="278866112" y="79784560"/>
                  </a:cubicBezTo>
                  <a:cubicBezTo>
                    <a:pt x="264925440" y="75790232"/>
                    <a:pt x="264929328" y="75788328"/>
                    <a:pt x="264933264" y="75786416"/>
                  </a:cubicBezTo>
                  <a:cubicBezTo>
                    <a:pt x="250990976" y="71817608"/>
                    <a:pt x="251001232" y="71856376"/>
                    <a:pt x="251023184" y="71868664"/>
                  </a:cubicBezTo>
                  <a:lnTo>
                    <a:pt x="237059456" y="67873768"/>
                  </a:lnTo>
                  <a:cubicBezTo>
                    <a:pt x="223169552" y="63856948"/>
                    <a:pt x="223214800" y="63819332"/>
                    <a:pt x="223236528" y="63762556"/>
                  </a:cubicBezTo>
                  <a:cubicBezTo>
                    <a:pt x="209306160" y="59733072"/>
                    <a:pt x="209331376" y="59651920"/>
                    <a:pt x="209296400" y="59617440"/>
                  </a:cubicBezTo>
                  <a:cubicBezTo>
                    <a:pt x="195359088" y="55626540"/>
                    <a:pt x="195366320" y="55628052"/>
                    <a:pt x="195373456" y="55629488"/>
                  </a:cubicBezTo>
                  <a:cubicBezTo>
                    <a:pt x="181418512" y="51642484"/>
                    <a:pt x="181411824" y="51676204"/>
                    <a:pt x="181406672" y="51686492"/>
                  </a:cubicBezTo>
                  <a:cubicBezTo>
                    <a:pt x="167454640" y="47709012"/>
                    <a:pt x="167449728" y="47720736"/>
                    <a:pt x="167433200" y="47726732"/>
                  </a:cubicBezTo>
                  <a:cubicBezTo>
                    <a:pt x="153479600" y="43737636"/>
                    <a:pt x="153469488" y="43734212"/>
                    <a:pt x="153464272" y="43726112"/>
                  </a:cubicBezTo>
                  <a:cubicBezTo>
                    <a:pt x="139502624" y="39693968"/>
                    <a:pt x="139479856" y="39656908"/>
                    <a:pt x="139452176" y="39623676"/>
                  </a:cubicBezTo>
                  <a:cubicBezTo>
                    <a:pt x="125481896" y="35601044"/>
                    <a:pt x="125456744" y="35555988"/>
                    <a:pt x="125423784" y="35534464"/>
                  </a:cubicBezTo>
                  <a:lnTo>
                    <a:pt x="111498392" y="31544698"/>
                  </a:lnTo>
                  <a:cubicBezTo>
                    <a:pt x="97540472" y="27557984"/>
                    <a:pt x="97537784" y="27602370"/>
                    <a:pt x="97535704" y="27614370"/>
                  </a:cubicBezTo>
                  <a:cubicBezTo>
                    <a:pt x="83585296" y="23654426"/>
                    <a:pt x="83578008" y="23691670"/>
                    <a:pt x="83580904" y="23724522"/>
                  </a:cubicBezTo>
                  <a:cubicBezTo>
                    <a:pt x="69640328" y="19775816"/>
                    <a:pt x="69673064" y="19827162"/>
                    <a:pt x="69664880" y="19870210"/>
                  </a:cubicBezTo>
                  <a:cubicBezTo>
                    <a:pt x="55719836" y="15880165"/>
                    <a:pt x="55716860" y="15881021"/>
                    <a:pt x="55715072" y="15881599"/>
                  </a:cubicBezTo>
                  <a:cubicBezTo>
                    <a:pt x="41736692" y="11899645"/>
                    <a:pt x="41702012" y="11872317"/>
                    <a:pt x="41669196" y="11869267"/>
                  </a:cubicBezTo>
                  <a:lnTo>
                    <a:pt x="27736280" y="7871222"/>
                  </a:lnTo>
                  <a:cubicBezTo>
                    <a:pt x="13809464" y="3918031"/>
                    <a:pt x="13885217" y="4016239"/>
                    <a:pt x="13936489" y="3995570"/>
                  </a:cubicBezTo>
                  <a:cubicBezTo>
                    <a:pt x="0" y="0"/>
                    <a:pt x="24631" y="11906"/>
                    <a:pt x="13395" y="1639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8" name="">
              <a:extLst>
                <a:ext uri="{80794B03-E924-427C-9AB0-BC85AEE8758B}">
                  <a16:creationId xmlns:a16="http://schemas.microsoft.com/office/drawing/2010/main" id="{8EA4CDF2-C17F-4359-91A8-FE209F7DCEAD}"/>
                </a:ext>
              </a:extLst>
            </p:cNvPr>
            <p:cNvSpPr/>
            <p:nvPr/>
          </p:nvSpPr>
          <p:spPr>
            <a:xfrm>
              <a:off x="-96615456" y="-26198330"/>
              <a:ext cx="83667480" cy="23954022"/>
            </a:xfrm>
            <a:custGeom>
              <a:avLst/>
              <a:gdLst/>
              <a:ahLst/>
              <a:cxnLst/>
              <a:rect b="b" l="0" r="r" t="0"/>
              <a:pathLst>
                <a:path h="23954022" w="83667480">
                  <a:moveTo>
                    <a:pt x="83667480" y="23954022"/>
                  </a:moveTo>
                  <a:cubicBezTo>
                    <a:pt x="69705464" y="19945396"/>
                    <a:pt x="69709848" y="19912440"/>
                    <a:pt x="69709752" y="19890722"/>
                  </a:cubicBezTo>
                  <a:cubicBezTo>
                    <a:pt x="55765172" y="15872479"/>
                    <a:pt x="55758220" y="15829805"/>
                    <a:pt x="55773364" y="15807043"/>
                  </a:cubicBezTo>
                  <a:cubicBezTo>
                    <a:pt x="41832120" y="11809656"/>
                    <a:pt x="41849644" y="11815563"/>
                    <a:pt x="41845548" y="11821753"/>
                  </a:cubicBezTo>
                  <a:cubicBezTo>
                    <a:pt x="27888968" y="7847514"/>
                    <a:pt x="27894586" y="7881898"/>
                    <a:pt x="27894298" y="7902188"/>
                  </a:cubicBezTo>
                  <a:cubicBezTo>
                    <a:pt x="13949437" y="3928518"/>
                    <a:pt x="13942953" y="3974334"/>
                    <a:pt x="13959055" y="3989384"/>
                  </a:cubicBezTo>
                  <a:cubicBezTo>
                    <a:pt x="22092" y="4190"/>
                    <a:pt x="4381" y="4095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9" name="">
              <a:extLst>
                <a:ext uri="{11D2FA64-98E1-4314-9ADF-8BF4499188BB}">
                  <a16:creationId xmlns:a16="http://schemas.microsoft.com/office/drawing/2010/main" id="{730E4DC6-5D97-4FB6-9839-78DBF87FDB6D}"/>
                </a:ext>
              </a:extLst>
            </p:cNvPr>
            <p:cNvSpPr/>
            <p:nvPr/>
          </p:nvSpPr>
          <p:spPr>
            <a:xfrm>
              <a:off x="-180248960" y="-50163024"/>
              <a:ext cx="167354608" cy="47917004"/>
            </a:xfrm>
            <a:custGeom>
              <a:avLst/>
              <a:gdLst/>
              <a:ahLst/>
              <a:cxnLst/>
              <a:rect b="b" l="0" r="r" t="0"/>
              <a:pathLst>
                <a:path h="47917000" w="167354608">
                  <a:moveTo>
                    <a:pt x="167354608" y="47917004"/>
                  </a:moveTo>
                  <a:cubicBezTo>
                    <a:pt x="153410224" y="43925524"/>
                    <a:pt x="153410400" y="43926380"/>
                    <a:pt x="153410688" y="43927236"/>
                  </a:cubicBezTo>
                  <a:cubicBezTo>
                    <a:pt x="139467632" y="39941564"/>
                    <a:pt x="139449536" y="39938804"/>
                    <a:pt x="139448016" y="39932612"/>
                  </a:cubicBezTo>
                  <a:cubicBezTo>
                    <a:pt x="125488192" y="35878652"/>
                    <a:pt x="125477144" y="35809500"/>
                    <a:pt x="125488288" y="35745872"/>
                  </a:cubicBezTo>
                  <a:cubicBezTo>
                    <a:pt x="111544760" y="31747534"/>
                    <a:pt x="111557528" y="31752296"/>
                    <a:pt x="111560000" y="31754488"/>
                  </a:cubicBezTo>
                  <a:cubicBezTo>
                    <a:pt x="97619032" y="27764626"/>
                    <a:pt x="97621408" y="27768630"/>
                    <a:pt x="97621888" y="27773010"/>
                  </a:cubicBezTo>
                  <a:cubicBezTo>
                    <a:pt x="83678928" y="23787242"/>
                    <a:pt x="83660736" y="23784576"/>
                    <a:pt x="83659208" y="23778386"/>
                  </a:cubicBezTo>
                  <a:cubicBezTo>
                    <a:pt x="69713680" y="19784238"/>
                    <a:pt x="69712720" y="19782334"/>
                    <a:pt x="69711768" y="19780428"/>
                  </a:cubicBezTo>
                  <a:cubicBezTo>
                    <a:pt x="55772624" y="15788471"/>
                    <a:pt x="55778048" y="15788757"/>
                    <a:pt x="55783476" y="15789043"/>
                  </a:cubicBezTo>
                  <a:cubicBezTo>
                    <a:pt x="41827848" y="11859572"/>
                    <a:pt x="41838900" y="11927484"/>
                    <a:pt x="41854040" y="11988539"/>
                  </a:cubicBezTo>
                  <a:lnTo>
                    <a:pt x="27891358" y="7993917"/>
                  </a:lnTo>
                  <a:cubicBezTo>
                    <a:pt x="13946591" y="4000723"/>
                    <a:pt x="13946293" y="3999863"/>
                    <a:pt x="13946107" y="3999007"/>
                  </a:cubicBezTo>
                  <a:cubicBezTo>
                    <a:pt x="0" y="0"/>
                    <a:pt x="18101" y="2763"/>
                    <a:pt x="19627" y="8958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0" name="">
              <a:extLst>
                <a:ext uri="{CCE0E943-6EE6-45C5-B822-1FA3C84BCB9B}">
                  <a16:creationId xmlns:a16="http://schemas.microsoft.com/office/drawing/2010/main" id="{61B7E3A5-7221-44E5-A816-EFB0A81D453F}"/>
                </a:ext>
              </a:extLst>
            </p:cNvPr>
            <p:cNvSpPr/>
            <p:nvPr/>
          </p:nvSpPr>
          <p:spPr>
            <a:xfrm>
              <a:off x="-124424712" y="-34175008"/>
              <a:ext cx="111556648" cy="31938698"/>
            </a:xfrm>
            <a:custGeom>
              <a:avLst/>
              <a:gdLst/>
              <a:ahLst/>
              <a:cxnLst/>
              <a:rect b="b" l="0" r="r" t="0"/>
              <a:pathLst>
                <a:path h="31938698" w="111556656">
                  <a:moveTo>
                    <a:pt x="111556648" y="31938698"/>
                  </a:moveTo>
                  <a:cubicBezTo>
                    <a:pt x="97589688" y="27885402"/>
                    <a:pt x="97572728" y="27807392"/>
                    <a:pt x="97582440" y="27742432"/>
                  </a:cubicBezTo>
                  <a:cubicBezTo>
                    <a:pt x="83638824" y="23743808"/>
                    <a:pt x="83655200" y="23748570"/>
                    <a:pt x="83655952" y="23753618"/>
                  </a:cubicBezTo>
                  <a:cubicBezTo>
                    <a:pt x="69711472" y="19762042"/>
                    <a:pt x="69711656" y="19762902"/>
                    <a:pt x="69711760" y="19763664"/>
                  </a:cubicBezTo>
                  <a:cubicBezTo>
                    <a:pt x="55768224" y="15778375"/>
                    <a:pt x="55750032" y="15775232"/>
                    <a:pt x="55749084" y="15769040"/>
                  </a:cubicBezTo>
                  <a:cubicBezTo>
                    <a:pt x="41804404" y="11775941"/>
                    <a:pt x="41804304" y="11775179"/>
                    <a:pt x="41804116" y="11774321"/>
                  </a:cubicBezTo>
                  <a:cubicBezTo>
                    <a:pt x="27865536" y="7783220"/>
                    <a:pt x="27871630" y="7784365"/>
                    <a:pt x="27877638" y="7785509"/>
                  </a:cubicBezTo>
                  <a:cubicBezTo>
                    <a:pt x="13923439" y="3857465"/>
                    <a:pt x="13940581" y="3934427"/>
                    <a:pt x="13962580" y="3994528"/>
                  </a:cubicBezTo>
                  <a:cubicBezTo>
                    <a:pt x="20194" y="8190"/>
                    <a:pt x="2186" y="600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1" name="">
              <a:extLst>
                <a:ext uri="{586E0CC3-B0CB-4976-8CC9-DFC04A1F57FF}">
                  <a16:creationId xmlns:a16="http://schemas.microsoft.com/office/drawing/2010/main" id="{B237C3DA-2CC2-4F9A-87EF-11BA8851B506}"/>
                </a:ext>
              </a:extLst>
            </p:cNvPr>
            <p:cNvSpPr/>
            <p:nvPr/>
          </p:nvSpPr>
          <p:spPr>
            <a:xfrm>
              <a:off x="-110446432" y="-30183242"/>
              <a:ext cx="97612088" cy="27946362"/>
            </a:xfrm>
            <a:custGeom>
              <a:avLst/>
              <a:gdLst/>
              <a:ahLst/>
              <a:cxnLst/>
              <a:rect b="b" l="0" r="r" t="0"/>
              <a:pathLst>
                <a:path h="27946362" w="97612088">
                  <a:moveTo>
                    <a:pt x="97612088" y="27946362"/>
                  </a:moveTo>
                  <a:cubicBezTo>
                    <a:pt x="83658456" y="23909066"/>
                    <a:pt x="83650648" y="23863822"/>
                    <a:pt x="83646072" y="23818198"/>
                  </a:cubicBezTo>
                  <a:cubicBezTo>
                    <a:pt x="69699208" y="19803000"/>
                    <a:pt x="69687680" y="19766618"/>
                    <a:pt x="69693864" y="19744994"/>
                  </a:cubicBezTo>
                  <a:cubicBezTo>
                    <a:pt x="55751092" y="15746372"/>
                    <a:pt x="55769188" y="15751324"/>
                    <a:pt x="55767380" y="15757515"/>
                  </a:cubicBezTo>
                  <a:cubicBezTo>
                    <a:pt x="41819180" y="11777751"/>
                    <a:pt x="41826136" y="11797659"/>
                    <a:pt x="41827468" y="11810516"/>
                  </a:cubicBezTo>
                  <a:cubicBezTo>
                    <a:pt x="27884418" y="7833896"/>
                    <a:pt x="27885462" y="7849707"/>
                    <a:pt x="27887264" y="7865422"/>
                  </a:cubicBezTo>
                  <a:cubicBezTo>
                    <a:pt x="13947260" y="3913947"/>
                    <a:pt x="13954591" y="3954333"/>
                    <a:pt x="13962683" y="3994528"/>
                  </a:cubicBezTo>
                  <a:cubicBezTo>
                    <a:pt x="19431" y="9048"/>
                    <a:pt x="1246" y="619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2" name="">
              <a:extLst>
                <a:ext uri="{8B858226-5E5A-40F6-A1C6-644E305A8B35}">
                  <a16:creationId xmlns:a16="http://schemas.microsoft.com/office/drawing/2010/main" id="{75650C16-4F8B-495C-A0C1-6E7F20539F47}"/>
                </a:ext>
              </a:extLst>
            </p:cNvPr>
            <p:cNvSpPr/>
            <p:nvPr/>
          </p:nvSpPr>
          <p:spPr>
            <a:xfrm>
              <a:off x="-152260352" y="-42187684"/>
              <a:ext cx="139445808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45824">
                  <a:moveTo>
                    <a:pt x="139445808" y="39923372"/>
                  </a:moveTo>
                  <a:cubicBezTo>
                    <a:pt x="125494376" y="35900940"/>
                    <a:pt x="125489240" y="35870456"/>
                    <a:pt x="125486088" y="35839788"/>
                  </a:cubicBezTo>
                  <a:cubicBezTo>
                    <a:pt x="111538176" y="31815826"/>
                    <a:pt x="111540648" y="31784394"/>
                    <a:pt x="111534744" y="31752866"/>
                  </a:cubicBezTo>
                  <a:cubicBezTo>
                    <a:pt x="97588832" y="27753576"/>
                    <a:pt x="97606744" y="27756910"/>
                    <a:pt x="97608160" y="27762816"/>
                  </a:cubicBezTo>
                  <a:cubicBezTo>
                    <a:pt x="83663776" y="23771336"/>
                    <a:pt x="83664064" y="23772192"/>
                    <a:pt x="83664248" y="23773048"/>
                  </a:cubicBezTo>
                  <a:cubicBezTo>
                    <a:pt x="69721192" y="19787282"/>
                    <a:pt x="69703096" y="19784618"/>
                    <a:pt x="69701576" y="19778426"/>
                  </a:cubicBezTo>
                  <a:lnTo>
                    <a:pt x="55756428" y="15783516"/>
                  </a:lnTo>
                  <a:lnTo>
                    <a:pt x="41829848" y="11793464"/>
                  </a:lnTo>
                  <a:cubicBezTo>
                    <a:pt x="27891264" y="7832846"/>
                    <a:pt x="27888594" y="7863897"/>
                    <a:pt x="27892120" y="7895614"/>
                  </a:cubicBezTo>
                  <a:cubicBezTo>
                    <a:pt x="13950776" y="3934041"/>
                    <a:pt x="13955827" y="3964521"/>
                    <a:pt x="13962683" y="3994621"/>
                  </a:cubicBezTo>
                  <a:cubicBezTo>
                    <a:pt x="19627" y="8953"/>
                    <a:pt x="1432" y="619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3" name="">
              <a:extLst>
                <a:ext uri="{6970E33C-FF99-4C1B-8B9F-BBCB9A128E48}">
                  <a16:creationId xmlns:a16="http://schemas.microsoft.com/office/drawing/2010/main" id="{96B91B95-E31F-440A-83E2-15C3010CD3DB}"/>
                </a:ext>
              </a:extLst>
            </p:cNvPr>
            <p:cNvSpPr/>
            <p:nvPr/>
          </p:nvSpPr>
          <p:spPr>
            <a:xfrm>
              <a:off x="-166496496" y="-46531488"/>
              <a:ext cx="153410032" cy="43924564"/>
            </a:xfrm>
            <a:custGeom>
              <a:avLst/>
              <a:gdLst/>
              <a:ahLst/>
              <a:cxnLst/>
              <a:rect b="b" l="0" r="r" t="0"/>
              <a:pathLst>
                <a:path h="43924564" w="153410016">
                  <a:moveTo>
                    <a:pt x="153410032" y="43924564"/>
                  </a:moveTo>
                  <a:cubicBezTo>
                    <a:pt x="139465728" y="39933084"/>
                    <a:pt x="139465920" y="39933944"/>
                    <a:pt x="139466112" y="39934800"/>
                  </a:cubicBezTo>
                  <a:lnTo>
                    <a:pt x="125503424" y="35940176"/>
                  </a:lnTo>
                  <a:cubicBezTo>
                    <a:pt x="111550944" y="31913550"/>
                    <a:pt x="111559704" y="31879070"/>
                    <a:pt x="111557320" y="31844398"/>
                  </a:cubicBezTo>
                  <a:cubicBezTo>
                    <a:pt x="97612552" y="27850728"/>
                    <a:pt x="97613216" y="27849298"/>
                    <a:pt x="97614552" y="27848824"/>
                  </a:cubicBezTo>
                  <a:cubicBezTo>
                    <a:pt x="83670920" y="23856008"/>
                    <a:pt x="83671880" y="23855630"/>
                    <a:pt x="83672824" y="23855152"/>
                  </a:cubicBezTo>
                  <a:cubicBezTo>
                    <a:pt x="69733480" y="19860338"/>
                    <a:pt x="69750056" y="19868054"/>
                    <a:pt x="69742632" y="19871578"/>
                  </a:cubicBezTo>
                  <a:cubicBezTo>
                    <a:pt x="55795852" y="15880193"/>
                    <a:pt x="55796428" y="15919435"/>
                    <a:pt x="55796228" y="15923056"/>
                  </a:cubicBezTo>
                  <a:cubicBezTo>
                    <a:pt x="41849556" y="11949959"/>
                    <a:pt x="41850412" y="11969391"/>
                    <a:pt x="41854032" y="11988440"/>
                  </a:cubicBezTo>
                  <a:cubicBezTo>
                    <a:pt x="27910976" y="8002770"/>
                    <a:pt x="27892874" y="7999912"/>
                    <a:pt x="27891350" y="7993817"/>
                  </a:cubicBezTo>
                  <a:lnTo>
                    <a:pt x="13946200" y="3998909"/>
                  </a:lnTo>
                  <a:cubicBezTo>
                    <a:pt x="0" y="0"/>
                    <a:pt x="18194" y="2665"/>
                    <a:pt x="19627" y="886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4" name="">
              <a:extLst>
                <a:ext uri="{6322800E-87BA-4CFE-B123-4C22EAFC13BE}">
                  <a16:creationId xmlns:a16="http://schemas.microsoft.com/office/drawing/2010/main" id="{12031158-9BB4-4CA7-8EB4-A99AF2324722}"/>
                </a:ext>
              </a:extLst>
            </p:cNvPr>
            <p:cNvSpPr/>
            <p:nvPr/>
          </p:nvSpPr>
          <p:spPr>
            <a:xfrm>
              <a:off x="-152506096" y="-42510012"/>
              <a:ext cx="139445808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45808">
                  <a:moveTo>
                    <a:pt x="139445808" y="39923372"/>
                  </a:moveTo>
                  <a:cubicBezTo>
                    <a:pt x="125485024" y="35914084"/>
                    <a:pt x="125486464" y="35890364"/>
                    <a:pt x="125484088" y="35868360"/>
                  </a:cubicBezTo>
                  <a:cubicBezTo>
                    <a:pt x="111535592" y="31840686"/>
                    <a:pt x="111527016" y="31806872"/>
                    <a:pt x="111534744" y="31771344"/>
                  </a:cubicBezTo>
                  <a:cubicBezTo>
                    <a:pt x="97591496" y="27772816"/>
                    <a:pt x="97607400" y="27777482"/>
                    <a:pt x="97608256" y="27782534"/>
                  </a:cubicBezTo>
                  <a:cubicBezTo>
                    <a:pt x="83663672" y="23790958"/>
                    <a:pt x="83663864" y="23791816"/>
                    <a:pt x="83664048" y="23792576"/>
                  </a:cubicBezTo>
                  <a:cubicBezTo>
                    <a:pt x="69720520" y="19807286"/>
                    <a:pt x="69702320" y="19804144"/>
                    <a:pt x="69701376" y="19798048"/>
                  </a:cubicBezTo>
                  <a:cubicBezTo>
                    <a:pt x="55756608" y="15804852"/>
                    <a:pt x="55756500" y="15804091"/>
                    <a:pt x="55756412" y="15803328"/>
                  </a:cubicBezTo>
                  <a:cubicBezTo>
                    <a:pt x="41817828" y="11812135"/>
                    <a:pt x="41823828" y="11813276"/>
                    <a:pt x="41829932" y="11814516"/>
                  </a:cubicBezTo>
                  <a:cubicBezTo>
                    <a:pt x="27878586" y="7853230"/>
                    <a:pt x="27884586" y="7882568"/>
                    <a:pt x="27888680" y="7913429"/>
                  </a:cubicBezTo>
                  <a:cubicBezTo>
                    <a:pt x="13946767" y="3941855"/>
                    <a:pt x="13943531" y="3973097"/>
                    <a:pt x="13959055" y="3989384"/>
                  </a:cubicBezTo>
                  <a:cubicBezTo>
                    <a:pt x="21803" y="4669"/>
                    <a:pt x="4186" y="4381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5" name="">
              <a:extLst>
                <a:ext uri="{EED00D24-EA2D-4C11-A23B-316258C3731E}">
                  <a16:creationId xmlns:a16="http://schemas.microsoft.com/office/drawing/2010/main" id="{471EDA7D-BBEC-41EC-8BA7-105B13E6333C}"/>
                </a:ext>
              </a:extLst>
            </p:cNvPr>
            <p:cNvSpPr/>
            <p:nvPr/>
          </p:nvSpPr>
          <p:spPr>
            <a:xfrm>
              <a:off x="-152487536" y="-42507536"/>
              <a:ext cx="139445936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45936">
                  <a:moveTo>
                    <a:pt x="139445936" y="39923372"/>
                  </a:moveTo>
                  <a:cubicBezTo>
                    <a:pt x="125501632" y="35897604"/>
                    <a:pt x="125499912" y="35864268"/>
                    <a:pt x="125502296" y="35830836"/>
                  </a:cubicBezTo>
                  <a:cubicBezTo>
                    <a:pt x="111559904" y="31806970"/>
                    <a:pt x="111553816" y="31773442"/>
                    <a:pt x="111561624" y="31742678"/>
                  </a:cubicBezTo>
                  <a:cubicBezTo>
                    <a:pt x="97618656" y="27744054"/>
                    <a:pt x="97632360" y="27749006"/>
                    <a:pt x="97634464" y="27752624"/>
                  </a:cubicBezTo>
                  <a:lnTo>
                    <a:pt x="83691320" y="23762574"/>
                  </a:lnTo>
                  <a:cubicBezTo>
                    <a:pt x="69751024" y="19777474"/>
                    <a:pt x="69732920" y="19775760"/>
                    <a:pt x="69729872" y="19770616"/>
                  </a:cubicBezTo>
                  <a:lnTo>
                    <a:pt x="55783860" y="15775993"/>
                  </a:lnTo>
                  <a:cubicBezTo>
                    <a:pt x="41845188" y="11784323"/>
                    <a:pt x="41851000" y="11785083"/>
                    <a:pt x="41856804" y="11785845"/>
                  </a:cubicBezTo>
                  <a:cubicBezTo>
                    <a:pt x="27904696" y="7822942"/>
                    <a:pt x="27910408" y="7858565"/>
                    <a:pt x="27908314" y="7889330"/>
                  </a:cubicBezTo>
                  <a:cubicBezTo>
                    <a:pt x="13961352" y="3930330"/>
                    <a:pt x="13963064" y="3963763"/>
                    <a:pt x="13962683" y="3997196"/>
                  </a:cubicBezTo>
                  <a:cubicBezTo>
                    <a:pt x="18101" y="10478"/>
                    <a:pt x="0" y="7051"/>
                    <a:pt x="102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6" name="">
              <a:extLst>
                <a:ext uri="{B54CE0DB-2546-4029-ACCD-571B456F49FF}">
                  <a16:creationId xmlns:a16="http://schemas.microsoft.com/office/drawing/2010/main" id="{7F9336A2-AB61-4E71-8512-267C93161598}"/>
                </a:ext>
              </a:extLst>
            </p:cNvPr>
            <p:cNvSpPr/>
            <p:nvPr/>
          </p:nvSpPr>
          <p:spPr>
            <a:xfrm>
              <a:off x="-124557400" y="-34523812"/>
              <a:ext cx="111556648" cy="31938696"/>
            </a:xfrm>
            <a:custGeom>
              <a:avLst/>
              <a:gdLst/>
              <a:ahLst/>
              <a:cxnLst/>
              <a:rect b="b" l="0" r="r" t="0"/>
              <a:pathLst>
                <a:path h="31938698" w="111556656">
                  <a:moveTo>
                    <a:pt x="111556648" y="31938696"/>
                  </a:moveTo>
                  <a:cubicBezTo>
                    <a:pt x="97600448" y="27876542"/>
                    <a:pt x="97599976" y="27805392"/>
                    <a:pt x="97610920" y="27735478"/>
                  </a:cubicBezTo>
                  <a:cubicBezTo>
                    <a:pt x="83667400" y="23736758"/>
                    <a:pt x="83683392" y="23741806"/>
                    <a:pt x="83684448" y="23746664"/>
                  </a:cubicBezTo>
                  <a:cubicBezTo>
                    <a:pt x="69740336" y="19756326"/>
                    <a:pt x="69740720" y="19758424"/>
                    <a:pt x="69741096" y="19760424"/>
                  </a:cubicBezTo>
                  <a:cubicBezTo>
                    <a:pt x="55797948" y="15774849"/>
                    <a:pt x="55779760" y="15771993"/>
                    <a:pt x="55778516" y="15765800"/>
                  </a:cubicBezTo>
                  <a:cubicBezTo>
                    <a:pt x="41833464" y="11771463"/>
                    <a:pt x="41833076" y="11769463"/>
                    <a:pt x="41832600" y="11767368"/>
                  </a:cubicBezTo>
                  <a:cubicBezTo>
                    <a:pt x="27894112" y="7776268"/>
                    <a:pt x="27900112" y="7777412"/>
                    <a:pt x="27906120" y="7778649"/>
                  </a:cubicBezTo>
                  <a:cubicBezTo>
                    <a:pt x="13950581" y="3855367"/>
                    <a:pt x="13951065" y="3925660"/>
                    <a:pt x="13962683" y="3994624"/>
                  </a:cubicBezTo>
                  <a:cubicBezTo>
                    <a:pt x="19338" y="9144"/>
                    <a:pt x="1144" y="619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7" name="">
              <a:extLst>
                <a:ext uri="{6A2746F0-608E-48D2-91F6-B6D3D316055D}">
                  <a16:creationId xmlns:a16="http://schemas.microsoft.com/office/drawing/2010/main" id="{98148E24-8C38-4D38-8CF3-C43D0CFDC5EC}"/>
                </a:ext>
              </a:extLst>
            </p:cNvPr>
            <p:cNvSpPr/>
            <p:nvPr/>
          </p:nvSpPr>
          <p:spPr>
            <a:xfrm>
              <a:off x="-110572920" y="-30522232"/>
              <a:ext cx="97612072" cy="27946360"/>
            </a:xfrm>
            <a:custGeom>
              <a:avLst/>
              <a:gdLst/>
              <a:ahLst/>
              <a:cxnLst/>
              <a:rect b="b" l="0" r="r" t="0"/>
              <a:pathLst>
                <a:path h="27946358" w="97612080">
                  <a:moveTo>
                    <a:pt x="97612072" y="27946360"/>
                  </a:moveTo>
                  <a:cubicBezTo>
                    <a:pt x="83666264" y="23883440"/>
                    <a:pt x="83655112" y="23814954"/>
                    <a:pt x="83659688" y="23744280"/>
                  </a:cubicBezTo>
                  <a:cubicBezTo>
                    <a:pt x="69715392" y="19751088"/>
                    <a:pt x="69716056" y="19750326"/>
                    <a:pt x="69716912" y="19749942"/>
                  </a:cubicBezTo>
                  <a:cubicBezTo>
                    <a:pt x="55773284" y="15757224"/>
                    <a:pt x="55774140" y="15756749"/>
                    <a:pt x="55775092" y="15756368"/>
                  </a:cubicBezTo>
                  <a:cubicBezTo>
                    <a:pt x="41835748" y="11761459"/>
                    <a:pt x="41852324" y="11769175"/>
                    <a:pt x="41844892" y="11772700"/>
                  </a:cubicBezTo>
                  <a:cubicBezTo>
                    <a:pt x="27887070" y="7786650"/>
                    <a:pt x="27898502" y="7870564"/>
                    <a:pt x="27899358" y="7881233"/>
                  </a:cubicBezTo>
                  <a:cubicBezTo>
                    <a:pt x="13957725" y="3924233"/>
                    <a:pt x="13962013" y="3959189"/>
                    <a:pt x="13962683" y="3994624"/>
                  </a:cubicBezTo>
                  <a:cubicBezTo>
                    <a:pt x="18101" y="9716"/>
                    <a:pt x="102" y="600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8" name="">
              <a:extLst>
                <a:ext uri="{A449623D-685E-4239-AE6F-C35E3EA1E844}">
                  <a16:creationId xmlns:a16="http://schemas.microsoft.com/office/drawing/2010/main" id="{EE940BF4-9818-493C-8196-6E3E57D23B1D}"/>
                </a:ext>
              </a:extLst>
            </p:cNvPr>
            <p:cNvSpPr/>
            <p:nvPr/>
          </p:nvSpPr>
          <p:spPr>
            <a:xfrm>
              <a:off x="-68705064" y="-18575990"/>
              <a:ext cx="55778324" cy="15969348"/>
            </a:xfrm>
            <a:custGeom>
              <a:avLst/>
              <a:gdLst/>
              <a:ahLst/>
              <a:cxnLst/>
              <a:rect b="b" l="0" r="r" t="0"/>
              <a:pathLst>
                <a:path h="15969349" w="55778328">
                  <a:moveTo>
                    <a:pt x="55778324" y="15969348"/>
                  </a:moveTo>
                  <a:cubicBezTo>
                    <a:pt x="41830700" y="11925481"/>
                    <a:pt x="41834508" y="11871476"/>
                    <a:pt x="41826316" y="11820516"/>
                  </a:cubicBezTo>
                  <a:cubicBezTo>
                    <a:pt x="27880592" y="7821226"/>
                    <a:pt x="27898786" y="7824274"/>
                    <a:pt x="27899832" y="7830466"/>
                  </a:cubicBezTo>
                  <a:cubicBezTo>
                    <a:pt x="13963441" y="3888991"/>
                    <a:pt x="13959632" y="3943094"/>
                    <a:pt x="13962585" y="3994624"/>
                  </a:cubicBezTo>
                  <a:cubicBezTo>
                    <a:pt x="18478" y="9620"/>
                    <a:pt x="288" y="6097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9" name="">
              <a:extLst>
                <a:ext uri="{5C759EF3-7BF6-4CD3-A38E-1928E7E22DB7}">
                  <a16:creationId xmlns:a16="http://schemas.microsoft.com/office/drawing/2010/main" id="{506BC677-550D-4BAD-9071-58C32939193C}"/>
                </a:ext>
              </a:extLst>
            </p:cNvPr>
            <p:cNvSpPr/>
            <p:nvPr/>
          </p:nvSpPr>
          <p:spPr>
            <a:xfrm>
              <a:off x="-152285776" y="-41902316"/>
              <a:ext cx="139450480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50480">
                  <a:moveTo>
                    <a:pt x="139450480" y="39923372"/>
                  </a:moveTo>
                  <a:cubicBezTo>
                    <a:pt x="125532952" y="35899988"/>
                    <a:pt x="125565816" y="35874556"/>
                    <a:pt x="125602680" y="35856172"/>
                  </a:cubicBezTo>
                  <a:cubicBezTo>
                    <a:pt x="111686200" y="31850974"/>
                    <a:pt x="111719064" y="31848784"/>
                    <a:pt x="111745344" y="31833544"/>
                  </a:cubicBezTo>
                  <a:cubicBezTo>
                    <a:pt x="97805720" y="27839586"/>
                    <a:pt x="97811240" y="27840634"/>
                    <a:pt x="97815240" y="27844066"/>
                  </a:cubicBezTo>
                  <a:cubicBezTo>
                    <a:pt x="83871904" y="23852776"/>
                    <a:pt x="83873232" y="23853728"/>
                    <a:pt x="83874568" y="23854776"/>
                  </a:cubicBezTo>
                  <a:cubicBezTo>
                    <a:pt x="69937992" y="19868726"/>
                    <a:pt x="69920072" y="19869010"/>
                    <a:pt x="69915416" y="19865392"/>
                  </a:cubicBezTo>
                  <a:cubicBezTo>
                    <a:pt x="55969600" y="15872101"/>
                    <a:pt x="55968268" y="15871055"/>
                    <a:pt x="55966928" y="15870005"/>
                  </a:cubicBezTo>
                  <a:cubicBezTo>
                    <a:pt x="42027204" y="11878621"/>
                    <a:pt x="42032060" y="11879572"/>
                    <a:pt x="42036820" y="11880621"/>
                  </a:cubicBezTo>
                  <a:cubicBezTo>
                    <a:pt x="28067376" y="7902667"/>
                    <a:pt x="28037282" y="7904572"/>
                    <a:pt x="28010514" y="7916096"/>
                  </a:cubicBezTo>
                  <a:cubicBezTo>
                    <a:pt x="14026400" y="3940904"/>
                    <a:pt x="13995351" y="3968335"/>
                    <a:pt x="13966012" y="3999386"/>
                  </a:cubicBezTo>
                  <a:cubicBezTo>
                    <a:pt x="17143" y="11623"/>
                    <a:pt x="0" y="5051"/>
                    <a:pt x="4669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30" name="">
              <a:extLst>
                <a:ext uri="{3875DA1F-D165-42A0-8049-C304B6BDA85E}">
                  <a16:creationId xmlns:a16="http://schemas.microsoft.com/office/drawing/2010/main" id="{9662FD2D-5217-4D18-8C45-E315A56D3FBC}"/>
                </a:ext>
              </a:extLst>
            </p:cNvPr>
            <p:cNvSpPr/>
            <p:nvPr/>
          </p:nvSpPr>
          <p:spPr>
            <a:xfrm>
              <a:off x="-2147483648" y="-932152832"/>
              <a:ext cx="2147483647" cy="930216448"/>
            </a:xfrm>
            <a:custGeom>
              <a:avLst/>
              <a:gdLst/>
              <a:ahLst/>
              <a:cxnLst/>
              <a:rect b="b" l="0" r="r" t="0"/>
              <a:pathLst>
                <a:path h="930216448" w="2147483647">
                  <a:moveTo>
                    <a:pt x="2147483647" y="930216448"/>
                  </a:moveTo>
                  <a:cubicBezTo>
                    <a:pt x="2147483647" y="926219328"/>
                    <a:pt x="2147483647" y="926210816"/>
                    <a:pt x="2147483647" y="926199872"/>
                  </a:cubicBezTo>
                  <a:cubicBezTo>
                    <a:pt x="2147483647" y="922207552"/>
                    <a:pt x="2147483647" y="922207424"/>
                    <a:pt x="2147483647" y="922207296"/>
                  </a:cubicBezTo>
                  <a:cubicBezTo>
                    <a:pt x="2147483647" y="918226624"/>
                    <a:pt x="2147483647" y="918237760"/>
                    <a:pt x="2147483647" y="918248192"/>
                  </a:cubicBezTo>
                  <a:cubicBezTo>
                    <a:pt x="2147483647" y="914261312"/>
                    <a:pt x="2147483647" y="914259520"/>
                    <a:pt x="2147483647" y="914257216"/>
                  </a:cubicBezTo>
                  <a:cubicBezTo>
                    <a:pt x="2147483647" y="910253248"/>
                    <a:pt x="2147483647" y="910240960"/>
                    <a:pt x="2147483647" y="910227904"/>
                  </a:cubicBezTo>
                  <a:cubicBezTo>
                    <a:pt x="2147483647" y="906235392"/>
                    <a:pt x="2147483647" y="906235392"/>
                    <a:pt x="2147483647" y="906235328"/>
                  </a:cubicBezTo>
                  <a:cubicBezTo>
                    <a:pt x="2147483647" y="902251584"/>
                    <a:pt x="2147483647" y="902258880"/>
                    <a:pt x="2147483647" y="902264128"/>
                  </a:cubicBezTo>
                  <a:cubicBezTo>
                    <a:pt x="2147483647" y="898272256"/>
                    <a:pt x="2147483647" y="898272576"/>
                    <a:pt x="2147483647" y="898273024"/>
                  </a:cubicBezTo>
                  <a:cubicBezTo>
                    <a:pt x="2147483647" y="894273280"/>
                    <a:pt x="2147483647" y="894266112"/>
                    <a:pt x="2147483647" y="894260416"/>
                  </a:cubicBezTo>
                  <a:cubicBezTo>
                    <a:pt x="2147483647" y="890261248"/>
                    <a:pt x="2147483647" y="890265088"/>
                    <a:pt x="2147483647" y="890266688"/>
                  </a:cubicBezTo>
                  <a:cubicBezTo>
                    <a:pt x="2147483647" y="886282432"/>
                    <a:pt x="2147483647" y="886294976"/>
                    <a:pt x="2147483647" y="886302720"/>
                  </a:cubicBezTo>
                  <a:cubicBezTo>
                    <a:pt x="2147483647" y="882310592"/>
                    <a:pt x="2147483647" y="882310592"/>
                    <a:pt x="2147483647" y="882310720"/>
                  </a:cubicBezTo>
                  <a:cubicBezTo>
                    <a:pt x="2147483647" y="878304064"/>
                    <a:pt x="2147483647" y="878290368"/>
                    <a:pt x="2147483647" y="878277568"/>
                  </a:cubicBezTo>
                  <a:cubicBezTo>
                    <a:pt x="2147483647" y="874278720"/>
                    <a:pt x="2147483647" y="874281920"/>
                    <a:pt x="2147483647" y="874284992"/>
                  </a:cubicBezTo>
                  <a:cubicBezTo>
                    <a:pt x="2147483647" y="870310400"/>
                    <a:pt x="2147483647" y="870331968"/>
                    <a:pt x="2147483647" y="870349312"/>
                  </a:cubicBezTo>
                  <a:cubicBezTo>
                    <a:pt x="2147483647" y="866356800"/>
                    <a:pt x="2147483647" y="866356416"/>
                    <a:pt x="2147483647" y="866356224"/>
                  </a:cubicBezTo>
                  <a:cubicBezTo>
                    <a:pt x="2147483647" y="862347200"/>
                    <a:pt x="2147483647" y="862335744"/>
                    <a:pt x="2147483647" y="862321088"/>
                  </a:cubicBezTo>
                  <a:cubicBezTo>
                    <a:pt x="2147483647" y="858314688"/>
                    <a:pt x="2147483647" y="858299200"/>
                    <a:pt x="2147483647" y="858286912"/>
                  </a:cubicBezTo>
                  <a:cubicBezTo>
                    <a:pt x="2147483647" y="854294592"/>
                    <a:pt x="2147483647" y="854294464"/>
                    <a:pt x="2147483647" y="854294336"/>
                  </a:cubicBezTo>
                  <a:cubicBezTo>
                    <a:pt x="2147483647" y="850320896"/>
                    <a:pt x="2147483647" y="850339392"/>
                    <a:pt x="2147483647" y="850358464"/>
                  </a:cubicBezTo>
                  <a:cubicBezTo>
                    <a:pt x="2147483647" y="846380288"/>
                    <a:pt x="2147483647" y="846403520"/>
                    <a:pt x="2147483647" y="846415360"/>
                  </a:cubicBezTo>
                  <a:cubicBezTo>
                    <a:pt x="2147483647" y="842422848"/>
                    <a:pt x="2147483647" y="842422464"/>
                    <a:pt x="2147483647" y="842422272"/>
                  </a:cubicBezTo>
                  <a:cubicBezTo>
                    <a:pt x="2147483647" y="838389760"/>
                    <a:pt x="2147483647" y="838356288"/>
                    <a:pt x="2147483647" y="838318528"/>
                  </a:cubicBezTo>
                  <a:cubicBezTo>
                    <a:pt x="2147483647" y="834325056"/>
                    <a:pt x="2147483647" y="834323904"/>
                    <a:pt x="2147483647" y="834323456"/>
                  </a:cubicBezTo>
                  <a:cubicBezTo>
                    <a:pt x="2147483647" y="830318272"/>
                    <a:pt x="2147483647" y="830420480"/>
                    <a:pt x="2147483647" y="830433856"/>
                  </a:cubicBezTo>
                  <a:cubicBezTo>
                    <a:pt x="2147483647" y="826441216"/>
                    <a:pt x="2147483647" y="826440960"/>
                    <a:pt x="2147483647" y="826440768"/>
                  </a:cubicBezTo>
                  <a:cubicBezTo>
                    <a:pt x="2147483647" y="822412544"/>
                    <a:pt x="2147483647" y="822382592"/>
                    <a:pt x="2147483647" y="822347008"/>
                  </a:cubicBezTo>
                  <a:cubicBezTo>
                    <a:pt x="2147483647" y="818348288"/>
                    <a:pt x="2147483647" y="818352576"/>
                    <a:pt x="2147483647" y="818355392"/>
                  </a:cubicBezTo>
                  <a:cubicBezTo>
                    <a:pt x="2147483647" y="814392000"/>
                    <a:pt x="2147483647" y="814427072"/>
                    <a:pt x="2147483647" y="814456768"/>
                  </a:cubicBezTo>
                  <a:cubicBezTo>
                    <a:pt x="2147483647" y="810464256"/>
                    <a:pt x="2147483647" y="810464000"/>
                    <a:pt x="2147483647" y="810463744"/>
                  </a:cubicBezTo>
                  <a:cubicBezTo>
                    <a:pt x="2147483647" y="806450432"/>
                    <a:pt x="2147483647" y="806430272"/>
                    <a:pt x="2147483647" y="806409408"/>
                  </a:cubicBezTo>
                  <a:lnTo>
                    <a:pt x="2147483647" y="802419008"/>
                  </a:lnTo>
                  <a:cubicBezTo>
                    <a:pt x="2147483647" y="798441024"/>
                    <a:pt x="2147483647" y="798495168"/>
                    <a:pt x="2147483647" y="798490880"/>
                  </a:cubicBezTo>
                  <a:cubicBezTo>
                    <a:pt x="2147483647" y="794497088"/>
                    <a:pt x="2147483647" y="794483520"/>
                    <a:pt x="2147483647" y="794475200"/>
                  </a:cubicBezTo>
                  <a:cubicBezTo>
                    <a:pt x="2147483647" y="790465088"/>
                    <a:pt x="2147483647" y="790443968"/>
                    <a:pt x="2147483647" y="790424896"/>
                  </a:cubicBezTo>
                  <a:cubicBezTo>
                    <a:pt x="2147483647" y="786432512"/>
                    <a:pt x="2147483647" y="786432320"/>
                    <a:pt x="2147483647" y="786432256"/>
                  </a:cubicBezTo>
                  <a:cubicBezTo>
                    <a:pt x="2147483647" y="782452992"/>
                    <a:pt x="2147483647" y="782470400"/>
                    <a:pt x="2147483647" y="782485184"/>
                  </a:cubicBezTo>
                  <a:cubicBezTo>
                    <a:pt x="2147483647" y="778500928"/>
                    <a:pt x="2147483647" y="778503936"/>
                    <a:pt x="2147483647" y="778499328"/>
                  </a:cubicBezTo>
                  <a:cubicBezTo>
                    <a:pt x="2147483647" y="774484736"/>
                    <a:pt x="2147483647" y="774432576"/>
                    <a:pt x="2147483647" y="774422784"/>
                  </a:cubicBezTo>
                  <a:cubicBezTo>
                    <a:pt x="2147483647" y="770432576"/>
                    <a:pt x="2147483647" y="770434816"/>
                    <a:pt x="2147483647" y="770436928"/>
                  </a:cubicBezTo>
                  <a:cubicBezTo>
                    <a:pt x="2147483647" y="766460224"/>
                    <a:pt x="2147483647" y="766489664"/>
                    <a:pt x="2147483647" y="766496320"/>
                  </a:cubicBezTo>
                  <a:cubicBezTo>
                    <a:pt x="2147483647" y="762504704"/>
                    <a:pt x="2147483647" y="762503168"/>
                    <a:pt x="2147483647" y="762499008"/>
                  </a:cubicBezTo>
                  <a:cubicBezTo>
                    <a:pt x="2147483647" y="758487232"/>
                    <a:pt x="2147483647" y="758466560"/>
                    <a:pt x="2147483647" y="758483008"/>
                  </a:cubicBezTo>
                  <a:cubicBezTo>
                    <a:pt x="2147483647" y="754509056"/>
                    <a:pt x="2147483647" y="754526400"/>
                    <a:pt x="2147483647" y="754527168"/>
                  </a:cubicBezTo>
                  <a:cubicBezTo>
                    <a:pt x="2147483647" y="750534912"/>
                    <a:pt x="2147483647" y="750533568"/>
                    <a:pt x="2147483647" y="750530752"/>
                  </a:cubicBezTo>
                  <a:cubicBezTo>
                    <a:pt x="2147483647" y="746512320"/>
                    <a:pt x="2147483647" y="746498368"/>
                    <a:pt x="2147483647" y="746496064"/>
                  </a:cubicBezTo>
                  <a:cubicBezTo>
                    <a:pt x="2147483647" y="742503424"/>
                    <a:pt x="2147483647" y="742504384"/>
                    <a:pt x="2147483647" y="742508800"/>
                  </a:cubicBezTo>
                  <a:cubicBezTo>
                    <a:pt x="2147483647" y="738547776"/>
                    <a:pt x="2147483647" y="738549952"/>
                    <a:pt x="2147483647" y="738496768"/>
                  </a:cubicBezTo>
                  <a:cubicBezTo>
                    <a:pt x="2147483647" y="734494784"/>
                    <a:pt x="2147483647" y="734480896"/>
                    <a:pt x="2147483647" y="734496768"/>
                  </a:cubicBezTo>
                  <a:cubicBezTo>
                    <a:pt x="2147483647" y="730521664"/>
                    <a:pt x="2147483647" y="730568960"/>
                    <a:pt x="2147483647" y="730574016"/>
                  </a:cubicBezTo>
                  <a:cubicBezTo>
                    <a:pt x="2147483647" y="726587584"/>
                    <a:pt x="2147483647" y="726570496"/>
                    <a:pt x="2147483647" y="726555136"/>
                  </a:cubicBezTo>
                  <a:cubicBezTo>
                    <a:pt x="2147483647" y="722540736"/>
                    <a:pt x="2147483647" y="722505792"/>
                    <a:pt x="2147483647" y="722511616"/>
                  </a:cubicBezTo>
                  <a:cubicBezTo>
                    <a:pt x="2147483647" y="718528064"/>
                    <a:pt x="2147483647" y="718604032"/>
                    <a:pt x="2147483647" y="718568000"/>
                  </a:cubicBezTo>
                  <a:cubicBezTo>
                    <a:pt x="2147483647" y="714560320"/>
                    <a:pt x="2147483647" y="714530240"/>
                    <a:pt x="2147483647" y="714535744"/>
                  </a:cubicBezTo>
                  <a:cubicBezTo>
                    <a:pt x="2147483647" y="710550848"/>
                    <a:pt x="2147483647" y="710602112"/>
                    <a:pt x="2147483647" y="710621248"/>
                  </a:cubicBezTo>
                  <a:cubicBezTo>
                    <a:pt x="2147483647" y="706632384"/>
                    <a:pt x="2147483647" y="706631168"/>
                    <a:pt x="2147483647" y="706629952"/>
                  </a:cubicBezTo>
                  <a:cubicBezTo>
                    <a:pt x="2147483647" y="702629184"/>
                    <a:pt x="2147483647" y="702575040"/>
                    <a:pt x="2147483647" y="702568000"/>
                  </a:cubicBezTo>
                  <a:cubicBezTo>
                    <a:pt x="2147483647" y="698574144"/>
                    <a:pt x="2147483647" y="698575488"/>
                    <a:pt x="2147483647" y="698579008"/>
                  </a:cubicBezTo>
                  <a:cubicBezTo>
                    <a:pt x="2147483647" y="694609856"/>
                    <a:pt x="2147483647" y="694637568"/>
                    <a:pt x="2147483647" y="694664192"/>
                  </a:cubicBezTo>
                  <a:cubicBezTo>
                    <a:pt x="2147483647" y="690676800"/>
                    <a:pt x="2147483647" y="690673344"/>
                    <a:pt x="2147483647" y="690668992"/>
                  </a:cubicBezTo>
                  <a:cubicBezTo>
                    <a:pt x="2147483647" y="686661312"/>
                    <a:pt x="2147483647" y="686645952"/>
                    <a:pt x="2147483647" y="686630720"/>
                  </a:cubicBezTo>
                  <a:cubicBezTo>
                    <a:pt x="2147483647" y="682624320"/>
                    <a:pt x="2147483647" y="682607296"/>
                    <a:pt x="2147483647" y="682594688"/>
                  </a:cubicBezTo>
                  <a:cubicBezTo>
                    <a:pt x="2147483647" y="678597760"/>
                    <a:pt x="2147483647" y="678600640"/>
                    <a:pt x="2147483647" y="678603072"/>
                  </a:cubicBezTo>
                  <a:cubicBezTo>
                    <a:pt x="2147483647" y="674614336"/>
                    <a:pt x="2147483647" y="674622144"/>
                    <a:pt x="2147483647" y="674628352"/>
                  </a:cubicBezTo>
                  <a:cubicBezTo>
                    <a:pt x="2147483647" y="670637888"/>
                    <a:pt x="2147483647" y="670639424"/>
                    <a:pt x="2147483647" y="670640576"/>
                  </a:cubicBezTo>
                  <a:cubicBezTo>
                    <a:pt x="2147483647" y="666651328"/>
                    <a:pt x="2147483647" y="666649024"/>
                    <a:pt x="2147483647" y="666646656"/>
                  </a:cubicBezTo>
                  <a:cubicBezTo>
                    <a:pt x="2147483647" y="662648768"/>
                    <a:pt x="2147483647" y="662639360"/>
                    <a:pt x="2147483647" y="662640768"/>
                  </a:cubicBezTo>
                  <a:cubicBezTo>
                    <a:pt x="2147483647" y="658645824"/>
                    <a:pt x="2147483647" y="658643008"/>
                    <a:pt x="2147483647" y="658640320"/>
                  </a:cubicBezTo>
                  <a:cubicBezTo>
                    <a:pt x="2147483647" y="654645952"/>
                    <a:pt x="2147483647" y="654648512"/>
                    <a:pt x="2147483647" y="654647296"/>
                  </a:cubicBezTo>
                  <a:cubicBezTo>
                    <a:pt x="2147483647" y="650654592"/>
                    <a:pt x="2147483647" y="650661376"/>
                    <a:pt x="2147483647" y="650663168"/>
                  </a:cubicBezTo>
                  <a:cubicBezTo>
                    <a:pt x="2147483647" y="646674560"/>
                    <a:pt x="2147483647" y="646685440"/>
                    <a:pt x="2147483647" y="646687616"/>
                  </a:cubicBezTo>
                  <a:cubicBezTo>
                    <a:pt x="2147483647" y="642695616"/>
                    <a:pt x="2147483647" y="642693440"/>
                    <a:pt x="2147483647" y="642688320"/>
                  </a:cubicBezTo>
                  <a:cubicBezTo>
                    <a:pt x="2147483647" y="638682688"/>
                    <a:pt x="2147483647" y="638663744"/>
                    <a:pt x="2147483647" y="638678784"/>
                  </a:cubicBezTo>
                  <a:cubicBezTo>
                    <a:pt x="2147483647" y="634687552"/>
                    <a:pt x="2147483647" y="634688960"/>
                    <a:pt x="2147483647" y="634690624"/>
                  </a:cubicBezTo>
                  <a:cubicBezTo>
                    <a:pt x="2147483647" y="630711552"/>
                    <a:pt x="2147483647" y="630723712"/>
                    <a:pt x="2147483647" y="630708160"/>
                  </a:cubicBezTo>
                  <a:cubicBezTo>
                    <a:pt x="2147483647" y="626697920"/>
                    <a:pt x="2147483647" y="626689728"/>
                    <a:pt x="2147483647" y="626687424"/>
                  </a:cubicBezTo>
                  <a:cubicBezTo>
                    <a:pt x="2147483647" y="622694336"/>
                    <a:pt x="2147483647" y="622695872"/>
                    <a:pt x="2147483647" y="622699072"/>
                  </a:cubicBezTo>
                  <a:cubicBezTo>
                    <a:pt x="2147483647" y="618714048"/>
                    <a:pt x="2147483647" y="618724288"/>
                    <a:pt x="2147483647" y="618733440"/>
                  </a:cubicBezTo>
                  <a:cubicBezTo>
                    <a:pt x="2147483647" y="614745920"/>
                    <a:pt x="2147483647" y="614744320"/>
                    <a:pt x="2147483647" y="614743168"/>
                  </a:cubicBezTo>
                  <a:cubicBezTo>
                    <a:pt x="2133592576" y="610745024"/>
                    <a:pt x="2133574144" y="610735104"/>
                    <a:pt x="2133561728" y="610746368"/>
                  </a:cubicBezTo>
                  <a:cubicBezTo>
                    <a:pt x="2119606272" y="606763840"/>
                    <a:pt x="2119625216" y="606799424"/>
                    <a:pt x="2119628288" y="606805440"/>
                  </a:cubicBezTo>
                  <a:cubicBezTo>
                    <a:pt x="2105693184" y="602832576"/>
                    <a:pt x="2105705856" y="602850752"/>
                    <a:pt x="2105701888" y="602873344"/>
                  </a:cubicBezTo>
                  <a:cubicBezTo>
                    <a:pt x="2091756416" y="598886592"/>
                    <a:pt x="2091744768" y="598881344"/>
                    <a:pt x="2091743104" y="598879168"/>
                  </a:cubicBezTo>
                  <a:cubicBezTo>
                    <a:pt x="2077785600" y="594871104"/>
                    <a:pt x="2077784064" y="594851584"/>
                    <a:pt x="2077779456" y="594832320"/>
                  </a:cubicBezTo>
                  <a:cubicBezTo>
                    <a:pt x="2063833600" y="590834176"/>
                    <a:pt x="2063847552" y="590837504"/>
                    <a:pt x="2063849344" y="590840768"/>
                  </a:cubicBezTo>
                  <a:cubicBezTo>
                    <a:pt x="2049918592" y="586875136"/>
                    <a:pt x="2049933696" y="586903744"/>
                    <a:pt x="2049937408" y="586934080"/>
                  </a:cubicBezTo>
                  <a:cubicBezTo>
                    <a:pt x="2035993472" y="582946688"/>
                    <a:pt x="2035984896" y="582944704"/>
                    <a:pt x="2035982464" y="582943808"/>
                  </a:cubicBezTo>
                  <a:cubicBezTo>
                    <a:pt x="2022010752" y="578940928"/>
                    <a:pt x="2021999616" y="578903680"/>
                    <a:pt x="2021977088" y="578886528"/>
                  </a:cubicBezTo>
                  <a:lnTo>
                    <a:pt x="2008045440" y="574892736"/>
                  </a:lnTo>
                  <a:cubicBezTo>
                    <a:pt x="1994108928" y="570914368"/>
                    <a:pt x="1994118784" y="570927296"/>
                    <a:pt x="1994130304" y="570938624"/>
                  </a:cubicBezTo>
                  <a:cubicBezTo>
                    <a:pt x="1980193152" y="566951680"/>
                    <a:pt x="1980199040" y="566958400"/>
                    <a:pt x="1980203904" y="566965952"/>
                  </a:cubicBezTo>
                  <a:cubicBezTo>
                    <a:pt x="1966262272" y="562980032"/>
                    <a:pt x="1966250368" y="562977664"/>
                    <a:pt x="1966247808" y="562976000"/>
                  </a:cubicBezTo>
                  <a:cubicBezTo>
                    <a:pt x="1952284160" y="558971072"/>
                    <a:pt x="1952267648" y="558954112"/>
                    <a:pt x="1952247424" y="558943488"/>
                  </a:cubicBezTo>
                  <a:lnTo>
                    <a:pt x="1938314240" y="554948736"/>
                  </a:lnTo>
                  <a:cubicBezTo>
                    <a:pt x="1924376704" y="550967488"/>
                    <a:pt x="1924386176" y="550976832"/>
                    <a:pt x="1924396928" y="550984320"/>
                  </a:cubicBezTo>
                  <a:cubicBezTo>
                    <a:pt x="1910447744" y="546991936"/>
                    <a:pt x="1910443392" y="546992128"/>
                    <a:pt x="1910438912" y="546992256"/>
                  </a:cubicBezTo>
                  <a:cubicBezTo>
                    <a:pt x="1896488832" y="542990080"/>
                    <a:pt x="1896481152" y="542981568"/>
                    <a:pt x="1896472064" y="542975040"/>
                  </a:cubicBezTo>
                  <a:cubicBezTo>
                    <a:pt x="1882520704" y="538976768"/>
                    <a:pt x="1882535808" y="538977600"/>
                    <a:pt x="1882539392" y="538980160"/>
                  </a:cubicBezTo>
                  <a:cubicBezTo>
                    <a:pt x="1868603776" y="534994816"/>
                    <a:pt x="1868610048" y="535003552"/>
                    <a:pt x="1868618752" y="535010816"/>
                  </a:cubicBezTo>
                  <a:cubicBezTo>
                    <a:pt x="1854686080" y="531028512"/>
                    <a:pt x="1854693760" y="531038464"/>
                    <a:pt x="1854692224" y="531015328"/>
                  </a:cubicBezTo>
                  <a:cubicBezTo>
                    <a:pt x="1840746624" y="527006688"/>
                    <a:pt x="1840740736" y="526991712"/>
                    <a:pt x="1840740736" y="526975232"/>
                  </a:cubicBezTo>
                  <a:cubicBezTo>
                    <a:pt x="1826796160" y="522977920"/>
                    <a:pt x="1826810240" y="522981728"/>
                    <a:pt x="1826811008" y="522985824"/>
                  </a:cubicBezTo>
                  <a:cubicBezTo>
                    <a:pt x="1812869760" y="519009792"/>
                    <a:pt x="1812874240" y="519025952"/>
                    <a:pt x="1812877952" y="519042144"/>
                  </a:cubicBezTo>
                  <a:cubicBezTo>
                    <a:pt x="1798928256" y="515049120"/>
                    <a:pt x="1798923264" y="515048608"/>
                    <a:pt x="1798918528" y="515047968"/>
                  </a:cubicBezTo>
                  <a:cubicBezTo>
                    <a:pt x="1784971904" y="511029600"/>
                    <a:pt x="1784973184" y="511003424"/>
                    <a:pt x="1784977280" y="510977568"/>
                  </a:cubicBezTo>
                  <a:cubicBezTo>
                    <a:pt x="1771033472" y="506980096"/>
                    <a:pt x="1771046784" y="506984096"/>
                    <a:pt x="1771047552" y="506988128"/>
                  </a:cubicBezTo>
                  <a:cubicBezTo>
                    <a:pt x="1757106048" y="503011744"/>
                    <a:pt x="1757116416" y="503049184"/>
                    <a:pt x="1757102976" y="503063456"/>
                  </a:cubicBezTo>
                  <a:cubicBezTo>
                    <a:pt x="1743154816" y="499074848"/>
                    <a:pt x="1743145856" y="499071328"/>
                    <a:pt x="1743144064" y="499067296"/>
                  </a:cubicBezTo>
                  <a:cubicBezTo>
                    <a:pt x="1729188992" y="495049504"/>
                    <a:pt x="1729192064" y="495019904"/>
                    <a:pt x="1729188480" y="494992992"/>
                  </a:cubicBezTo>
                  <a:cubicBezTo>
                    <a:pt x="1715243136" y="490994656"/>
                    <a:pt x="1715257728" y="490997760"/>
                    <a:pt x="1715258880" y="491002464"/>
                  </a:cubicBezTo>
                  <a:cubicBezTo>
                    <a:pt x="1701321088" y="487035296"/>
                    <a:pt x="1701332608" y="487067040"/>
                    <a:pt x="1701315456" y="487090784"/>
                  </a:cubicBezTo>
                  <a:cubicBezTo>
                    <a:pt x="1687368704" y="483101344"/>
                    <a:pt x="1687361536" y="483099136"/>
                    <a:pt x="1687359488" y="483097728"/>
                  </a:cubicBezTo>
                  <a:cubicBezTo>
                    <a:pt x="1673404928" y="479098912"/>
                    <a:pt x="1673405824" y="479092832"/>
                    <a:pt x="1673401984" y="479081376"/>
                  </a:cubicBezTo>
                  <a:cubicBezTo>
                    <a:pt x="1659448960" y="475063680"/>
                    <a:pt x="1659442560" y="475038720"/>
                    <a:pt x="1659436416" y="475012640"/>
                  </a:cubicBezTo>
                  <a:cubicBezTo>
                    <a:pt x="1645490560" y="471014880"/>
                    <a:pt x="1645505536" y="471017056"/>
                    <a:pt x="1645506688" y="471022208"/>
                  </a:cubicBezTo>
                  <a:cubicBezTo>
                    <a:pt x="1631566336" y="467048224"/>
                    <a:pt x="1631569920" y="467067104"/>
                    <a:pt x="1631575680" y="467085088"/>
                  </a:cubicBezTo>
                  <a:cubicBezTo>
                    <a:pt x="1617633792" y="463101216"/>
                    <a:pt x="1617637760" y="463126368"/>
                    <a:pt x="1617645696" y="463131552"/>
                  </a:cubicBezTo>
                  <a:lnTo>
                    <a:pt x="1603689600" y="459138560"/>
                  </a:lnTo>
                  <a:cubicBezTo>
                    <a:pt x="1589761152" y="455123936"/>
                    <a:pt x="1589748864" y="455092864"/>
                    <a:pt x="1589742720" y="455069536"/>
                  </a:cubicBezTo>
                  <a:cubicBezTo>
                    <a:pt x="1575803008" y="451077728"/>
                    <a:pt x="1575808128" y="451078304"/>
                    <a:pt x="1575812992" y="451079008"/>
                  </a:cubicBezTo>
                  <a:cubicBezTo>
                    <a:pt x="1561872000" y="447113600"/>
                    <a:pt x="1561868928" y="447143296"/>
                    <a:pt x="1561879168" y="447168640"/>
                  </a:cubicBezTo>
                  <a:cubicBezTo>
                    <a:pt x="1547929984" y="443174944"/>
                    <a:pt x="1547925120" y="443173728"/>
                    <a:pt x="1547920384" y="443172384"/>
                  </a:cubicBezTo>
                  <a:cubicBezTo>
                    <a:pt x="1533986816" y="439168256"/>
                    <a:pt x="1533977088" y="439129568"/>
                    <a:pt x="1533974528" y="439116416"/>
                  </a:cubicBezTo>
                  <a:cubicBezTo>
                    <a:pt x="1520034944" y="435125024"/>
                    <a:pt x="1520039936" y="435126048"/>
                    <a:pt x="1520044928" y="435126912"/>
                  </a:cubicBezTo>
                  <a:cubicBezTo>
                    <a:pt x="1506096512" y="431159648"/>
                    <a:pt x="1506095488" y="431185056"/>
                    <a:pt x="1506096768" y="431210400"/>
                  </a:cubicBezTo>
                  <a:cubicBezTo>
                    <a:pt x="1492152704" y="427224160"/>
                    <a:pt x="1492138496" y="427220896"/>
                    <a:pt x="1492137472" y="427216224"/>
                  </a:cubicBezTo>
                  <a:cubicBezTo>
                    <a:pt x="1478188928" y="423207584"/>
                    <a:pt x="1478184832" y="423191520"/>
                    <a:pt x="1478181376" y="423175072"/>
                  </a:cubicBezTo>
                  <a:cubicBezTo>
                    <a:pt x="1464241792" y="419183712"/>
                    <a:pt x="1464246656" y="419184640"/>
                    <a:pt x="1464251520" y="419185632"/>
                  </a:cubicBezTo>
                  <a:cubicBezTo>
                    <a:pt x="1450306944" y="415205536"/>
                    <a:pt x="1450326144" y="415257376"/>
                    <a:pt x="1450306048" y="415264672"/>
                  </a:cubicBezTo>
                  <a:cubicBezTo>
                    <a:pt x="1436340096" y="411280032"/>
                    <a:pt x="1436311680" y="411235680"/>
                    <a:pt x="1436300416" y="411227296"/>
                  </a:cubicBezTo>
                  <a:cubicBezTo>
                    <a:pt x="1422359936" y="407234080"/>
                    <a:pt x="1422363776" y="407233280"/>
                    <a:pt x="1422367872" y="407232416"/>
                  </a:cubicBezTo>
                  <a:cubicBezTo>
                    <a:pt x="1408433792" y="403247776"/>
                    <a:pt x="1408442368" y="403257824"/>
                    <a:pt x="1408448512" y="403269344"/>
                  </a:cubicBezTo>
                  <a:cubicBezTo>
                    <a:pt x="1394506368" y="399282720"/>
                    <a:pt x="1394492032" y="399278432"/>
                    <a:pt x="1394490496" y="399277184"/>
                  </a:cubicBezTo>
                  <a:cubicBezTo>
                    <a:pt x="1380534144" y="395276928"/>
                    <a:pt x="1380524288" y="395266720"/>
                    <a:pt x="1380516736" y="395254752"/>
                  </a:cubicBezTo>
                  <a:cubicBezTo>
                    <a:pt x="1366568832" y="391255904"/>
                    <a:pt x="1366581376" y="391258752"/>
                    <a:pt x="1366583680" y="391260000"/>
                  </a:cubicBezTo>
                  <a:cubicBezTo>
                    <a:pt x="1352659328" y="387278304"/>
                    <a:pt x="1352675712" y="387295200"/>
                    <a:pt x="1352694912" y="387307808"/>
                  </a:cubicBezTo>
                  <a:lnTo>
                    <a:pt x="1338738816" y="383317856"/>
                  </a:lnTo>
                  <a:cubicBezTo>
                    <a:pt x="1324788864" y="379314560"/>
                    <a:pt x="1324777856" y="379309024"/>
                    <a:pt x="1324769664" y="379300256"/>
                  </a:cubicBezTo>
                  <a:cubicBezTo>
                    <a:pt x="1310816128" y="375297920"/>
                    <a:pt x="1310808448" y="375286944"/>
                    <a:pt x="1310801920" y="375275264"/>
                  </a:cubicBezTo>
                  <a:cubicBezTo>
                    <a:pt x="1296853376" y="371276064"/>
                    <a:pt x="1296867968" y="371279840"/>
                    <a:pt x="1296870272" y="371281504"/>
                  </a:cubicBezTo>
                  <a:cubicBezTo>
                    <a:pt x="1282945024" y="367303904"/>
                    <a:pt x="1282957440" y="367341664"/>
                    <a:pt x="1282980224" y="367350496"/>
                  </a:cubicBezTo>
                  <a:lnTo>
                    <a:pt x="1269025408" y="363360224"/>
                  </a:lnTo>
                  <a:cubicBezTo>
                    <a:pt x="1255077120" y="359338240"/>
                    <a:pt x="1255062656" y="359310432"/>
                    <a:pt x="1255048960" y="359284352"/>
                  </a:cubicBezTo>
                  <a:cubicBezTo>
                    <a:pt x="1241109120" y="355292192"/>
                    <a:pt x="1241113984" y="355292544"/>
                    <a:pt x="1241118592" y="355292736"/>
                  </a:cubicBezTo>
                  <a:cubicBezTo>
                    <a:pt x="1227178240" y="351318560"/>
                    <a:pt x="1227179392" y="351337728"/>
                    <a:pt x="1227191936" y="351352672"/>
                  </a:cubicBezTo>
                  <a:lnTo>
                    <a:pt x="1213233024" y="347358400"/>
                  </a:lnTo>
                  <a:cubicBezTo>
                    <a:pt x="1199293568" y="343333664"/>
                    <a:pt x="1199236352" y="343280320"/>
                    <a:pt x="1199262080" y="343249056"/>
                  </a:cubicBezTo>
                  <a:cubicBezTo>
                    <a:pt x="1185333888" y="339236928"/>
                    <a:pt x="1185361664" y="339256416"/>
                    <a:pt x="1185378048" y="339264352"/>
                  </a:cubicBezTo>
                  <a:lnTo>
                    <a:pt x="1171423232" y="335274080"/>
                  </a:lnTo>
                  <a:cubicBezTo>
                    <a:pt x="1157476736" y="331277344"/>
                    <a:pt x="1157475200" y="331272864"/>
                    <a:pt x="1157473408" y="331268416"/>
                  </a:cubicBezTo>
                  <a:cubicBezTo>
                    <a:pt x="1143528192" y="327275296"/>
                    <a:pt x="1143527808" y="327273696"/>
                    <a:pt x="1143528832" y="327272992"/>
                  </a:cubicBezTo>
                  <a:cubicBezTo>
                    <a:pt x="1129584768" y="323277920"/>
                    <a:pt x="1129585280" y="323275168"/>
                    <a:pt x="1129586048" y="323272480"/>
                  </a:cubicBezTo>
                  <a:cubicBezTo>
                    <a:pt x="1115645312" y="319281344"/>
                    <a:pt x="1115648896" y="319282688"/>
                    <a:pt x="1115652864" y="319283936"/>
                  </a:cubicBezTo>
                  <a:cubicBezTo>
                    <a:pt x="1101697408" y="315293216"/>
                    <a:pt x="1101710464" y="315298144"/>
                    <a:pt x="1101708800" y="315301760"/>
                  </a:cubicBezTo>
                  <a:cubicBezTo>
                    <a:pt x="1087763968" y="311309984"/>
                    <a:pt x="1087753984" y="311313120"/>
                    <a:pt x="1087749760" y="311314720"/>
                  </a:cubicBezTo>
                  <a:cubicBezTo>
                    <a:pt x="1073796224" y="307324800"/>
                    <a:pt x="1073787904" y="307329568"/>
                    <a:pt x="1073781376" y="307336096"/>
                  </a:cubicBezTo>
                  <a:cubicBezTo>
                    <a:pt x="1059832896" y="303341472"/>
                    <a:pt x="1059829184" y="303339232"/>
                    <a:pt x="1059825344" y="303336928"/>
                  </a:cubicBezTo>
                  <a:cubicBezTo>
                    <a:pt x="1045895936" y="299342624"/>
                    <a:pt x="1045911808" y="299331392"/>
                    <a:pt x="1045927616" y="299327904"/>
                  </a:cubicBezTo>
                  <a:cubicBezTo>
                    <a:pt x="1031985472" y="295338336"/>
                    <a:pt x="1031987904" y="295341088"/>
                    <a:pt x="1031990464" y="295343776"/>
                  </a:cubicBezTo>
                  <a:cubicBezTo>
                    <a:pt x="1018032448" y="291352480"/>
                    <a:pt x="1018019264" y="291349952"/>
                    <a:pt x="1018005824" y="291351808"/>
                  </a:cubicBezTo>
                  <a:cubicBezTo>
                    <a:pt x="1004056576" y="287360160"/>
                    <a:pt x="1004043584" y="287352736"/>
                    <a:pt x="1004052160" y="287351392"/>
                  </a:cubicBezTo>
                  <a:cubicBezTo>
                    <a:pt x="990129216" y="283355744"/>
                    <a:pt x="990137152" y="283365856"/>
                    <a:pt x="990153408" y="283378208"/>
                  </a:cubicBezTo>
                  <a:cubicBezTo>
                    <a:pt x="976204480" y="279385216"/>
                    <a:pt x="976200128" y="279384768"/>
                    <a:pt x="976195904" y="279384160"/>
                  </a:cubicBezTo>
                  <a:cubicBezTo>
                    <a:pt x="962251968" y="275387328"/>
                    <a:pt x="962252544" y="275382624"/>
                    <a:pt x="962253120" y="275378016"/>
                  </a:cubicBezTo>
                  <a:lnTo>
                    <a:pt x="948321984" y="271386368"/>
                  </a:lnTo>
                  <a:cubicBezTo>
                    <a:pt x="934374400" y="267404032"/>
                    <a:pt x="934373312" y="267414528"/>
                    <a:pt x="934374208" y="267425024"/>
                  </a:cubicBezTo>
                  <a:cubicBezTo>
                    <a:pt x="920427712" y="263451520"/>
                    <a:pt x="920426816" y="263470416"/>
                    <a:pt x="920427264" y="263489408"/>
                  </a:cubicBezTo>
                  <a:cubicBezTo>
                    <a:pt x="906477760" y="259496048"/>
                    <a:pt x="906472704" y="259495088"/>
                    <a:pt x="906467904" y="259494128"/>
                  </a:cubicBezTo>
                  <a:cubicBezTo>
                    <a:pt x="892527168" y="255480448"/>
                    <a:pt x="892523200" y="255446736"/>
                    <a:pt x="892510208" y="255428592"/>
                  </a:cubicBezTo>
                  <a:cubicBezTo>
                    <a:pt x="878569792" y="251437376"/>
                    <a:pt x="878574272" y="251438640"/>
                    <a:pt x="878578432" y="251439680"/>
                  </a:cubicBezTo>
                  <a:cubicBezTo>
                    <a:pt x="864622528" y="247451152"/>
                    <a:pt x="864615936" y="247498640"/>
                    <a:pt x="864627712" y="247503792"/>
                  </a:cubicBezTo>
                  <a:cubicBezTo>
                    <a:pt x="850679744" y="243511824"/>
                    <a:pt x="850676224" y="243512128"/>
                    <a:pt x="850672832" y="243512512"/>
                  </a:cubicBezTo>
                  <a:cubicBezTo>
                    <a:pt x="836735232" y="239506640"/>
                    <a:pt x="836737024" y="239491152"/>
                    <a:pt x="836733440" y="239476352"/>
                  </a:cubicBezTo>
                  <a:cubicBezTo>
                    <a:pt x="822785536" y="235470512"/>
                    <a:pt x="822777536" y="235455696"/>
                    <a:pt x="822774464" y="235478160"/>
                  </a:cubicBezTo>
                  <a:cubicBezTo>
                    <a:pt x="808826944" y="231504976"/>
                    <a:pt x="808830912" y="231501552"/>
                    <a:pt x="808832064" y="231487280"/>
                  </a:cubicBezTo>
                  <a:cubicBezTo>
                    <a:pt x="794887872" y="227490768"/>
                    <a:pt x="794891008" y="227480304"/>
                    <a:pt x="794888192" y="227476560"/>
                  </a:cubicBezTo>
                  <a:cubicBezTo>
                    <a:pt x="780933632" y="223470576"/>
                    <a:pt x="780914880" y="223488048"/>
                    <a:pt x="780907712" y="223494448"/>
                  </a:cubicBezTo>
                  <a:cubicBezTo>
                    <a:pt x="766959360" y="219505488"/>
                    <a:pt x="766934848" y="219540016"/>
                    <a:pt x="766938560" y="219540976"/>
                  </a:cubicBezTo>
                  <a:cubicBezTo>
                    <a:pt x="752999488" y="215550080"/>
                    <a:pt x="753019712" y="215516736"/>
                    <a:pt x="753020928" y="215512640"/>
                  </a:cubicBezTo>
                  <a:cubicBezTo>
                    <a:pt x="739083776" y="211493392"/>
                    <a:pt x="739059008" y="211512512"/>
                    <a:pt x="739051008" y="211523456"/>
                  </a:cubicBezTo>
                  <a:cubicBezTo>
                    <a:pt x="725086464" y="207557712"/>
                    <a:pt x="725124544" y="207547888"/>
                    <a:pt x="725122240" y="207532864"/>
                  </a:cubicBezTo>
                  <a:lnTo>
                    <a:pt x="711189504" y="203545536"/>
                  </a:lnTo>
                  <a:cubicBezTo>
                    <a:pt x="697243712" y="199553216"/>
                    <a:pt x="697187712" y="199569280"/>
                    <a:pt x="697202880" y="199579856"/>
                  </a:cubicBezTo>
                  <a:cubicBezTo>
                    <a:pt x="683263040" y="195585904"/>
                    <a:pt x="683267520" y="195583824"/>
                    <a:pt x="683271744" y="195581360"/>
                  </a:cubicBezTo>
                  <a:cubicBezTo>
                    <a:pt x="669342592" y="191573056"/>
                    <a:pt x="669314624" y="191578112"/>
                    <a:pt x="669316992" y="191595824"/>
                  </a:cubicBezTo>
                  <a:lnTo>
                    <a:pt x="655360448" y="187598528"/>
                  </a:lnTo>
                  <a:cubicBezTo>
                    <a:pt x="641443264" y="183599808"/>
                    <a:pt x="641465600" y="183570496"/>
                    <a:pt x="641488192" y="183555312"/>
                  </a:cubicBezTo>
                  <a:cubicBezTo>
                    <a:pt x="627547200" y="179560624"/>
                    <a:pt x="627560576" y="179566336"/>
                    <a:pt x="627556416" y="179569472"/>
                  </a:cubicBezTo>
                  <a:cubicBezTo>
                    <a:pt x="613596032" y="175589808"/>
                    <a:pt x="613577920" y="175599856"/>
                    <a:pt x="613565120" y="175615856"/>
                  </a:cubicBezTo>
                  <a:cubicBezTo>
                    <a:pt x="599614528" y="171630224"/>
                    <a:pt x="599610368" y="171638496"/>
                    <a:pt x="599608896" y="171647344"/>
                  </a:cubicBezTo>
                  <a:cubicBezTo>
                    <a:pt x="585669952" y="167653248"/>
                    <a:pt x="585670528" y="167648176"/>
                    <a:pt x="585666368" y="167639776"/>
                  </a:cubicBezTo>
                  <a:cubicBezTo>
                    <a:pt x="571719360" y="163640240"/>
                    <a:pt x="571715776" y="163633392"/>
                    <a:pt x="571711040" y="163627296"/>
                  </a:cubicBezTo>
                  <a:cubicBezTo>
                    <a:pt x="557762560" y="159629168"/>
                    <a:pt x="557777472" y="159631184"/>
                    <a:pt x="557780160" y="159634688"/>
                  </a:cubicBezTo>
                  <a:cubicBezTo>
                    <a:pt x="543845632" y="155655536"/>
                    <a:pt x="543866176" y="155702944"/>
                    <a:pt x="543883136" y="155706288"/>
                  </a:cubicBezTo>
                  <a:cubicBezTo>
                    <a:pt x="529941536" y="151720528"/>
                    <a:pt x="529944192" y="151720816"/>
                    <a:pt x="529945984" y="151714640"/>
                  </a:cubicBezTo>
                  <a:cubicBezTo>
                    <a:pt x="516004384" y="147720400"/>
                    <a:pt x="516005248" y="147716448"/>
                    <a:pt x="516003488" y="147713392"/>
                  </a:cubicBezTo>
                  <a:cubicBezTo>
                    <a:pt x="502058592" y="143720784"/>
                    <a:pt x="502058592" y="143720496"/>
                    <a:pt x="502058272" y="143720192"/>
                  </a:cubicBezTo>
                  <a:cubicBezTo>
                    <a:pt x="488114272" y="139716416"/>
                    <a:pt x="488106848" y="139699984"/>
                    <a:pt x="488104160" y="139688656"/>
                  </a:cubicBezTo>
                  <a:cubicBezTo>
                    <a:pt x="474158368" y="135690848"/>
                    <a:pt x="474173280" y="135693232"/>
                    <a:pt x="474174464" y="135698288"/>
                  </a:cubicBezTo>
                  <a:cubicBezTo>
                    <a:pt x="460235232" y="131726808"/>
                    <a:pt x="460242656" y="131746824"/>
                    <a:pt x="460247968" y="131767880"/>
                  </a:cubicBezTo>
                  <a:cubicBezTo>
                    <a:pt x="446304896" y="127781448"/>
                    <a:pt x="446290912" y="127777952"/>
                    <a:pt x="446289120" y="127774824"/>
                  </a:cubicBezTo>
                  <a:cubicBezTo>
                    <a:pt x="432327552" y="123752824"/>
                    <a:pt x="432322784" y="123717624"/>
                    <a:pt x="432303744" y="123688744"/>
                  </a:cubicBezTo>
                  <a:lnTo>
                    <a:pt x="418373408" y="119697096"/>
                  </a:lnTo>
                  <a:cubicBezTo>
                    <a:pt x="404432672" y="115740584"/>
                    <a:pt x="404464256" y="115770120"/>
                    <a:pt x="404464256" y="115806296"/>
                  </a:cubicBezTo>
                  <a:cubicBezTo>
                    <a:pt x="390519648" y="111820672"/>
                    <a:pt x="390507424" y="111815912"/>
                    <a:pt x="390505344" y="111813224"/>
                  </a:cubicBezTo>
                  <a:cubicBezTo>
                    <a:pt x="376549472" y="107807368"/>
                    <a:pt x="376546464" y="107788696"/>
                    <a:pt x="376539616" y="107772840"/>
                  </a:cubicBezTo>
                  <a:cubicBezTo>
                    <a:pt x="362590848" y="103770784"/>
                    <a:pt x="362576256" y="103751064"/>
                    <a:pt x="362575072" y="103740936"/>
                  </a:cubicBezTo>
                  <a:cubicBezTo>
                    <a:pt x="348629280" y="99735304"/>
                    <a:pt x="348637024" y="99751752"/>
                    <a:pt x="348640608" y="99757256"/>
                  </a:cubicBezTo>
                  <a:cubicBezTo>
                    <a:pt x="334700448" y="95773800"/>
                    <a:pt x="334704032" y="95783032"/>
                    <a:pt x="334707008" y="95792480"/>
                  </a:cubicBezTo>
                  <a:cubicBezTo>
                    <a:pt x="320772832" y="91820480"/>
                    <a:pt x="320779968" y="91842136"/>
                    <a:pt x="320783840" y="91864536"/>
                  </a:cubicBezTo>
                  <a:cubicBezTo>
                    <a:pt x="306840128" y="87878992"/>
                    <a:pt x="306827040" y="87873704"/>
                    <a:pt x="306824960" y="87871472"/>
                  </a:cubicBezTo>
                  <a:cubicBezTo>
                    <a:pt x="292868768" y="83865544"/>
                    <a:pt x="292863680" y="83845528"/>
                    <a:pt x="292855360" y="83829896"/>
                  </a:cubicBezTo>
                  <a:cubicBezTo>
                    <a:pt x="278900320" y="79818608"/>
                    <a:pt x="278889920" y="79799928"/>
                    <a:pt x="278879776" y="79781104"/>
                  </a:cubicBezTo>
                  <a:cubicBezTo>
                    <a:pt x="264931632" y="75782088"/>
                    <a:pt x="264946512" y="75785288"/>
                    <a:pt x="264948880" y="75788488"/>
                  </a:cubicBezTo>
                  <a:cubicBezTo>
                    <a:pt x="251011728" y="71807640"/>
                    <a:pt x="251017680" y="71820064"/>
                    <a:pt x="251021552" y="71833232"/>
                  </a:cubicBezTo>
                  <a:cubicBezTo>
                    <a:pt x="237084400" y="67858256"/>
                    <a:pt x="237095696" y="67870984"/>
                    <a:pt x="237096000" y="67890632"/>
                  </a:cubicBezTo>
                  <a:cubicBezTo>
                    <a:pt x="223151408" y="63905088"/>
                    <a:pt x="223139200" y="63900100"/>
                    <a:pt x="223137104" y="63897568"/>
                  </a:cubicBezTo>
                  <a:cubicBezTo>
                    <a:pt x="209177344" y="59887916"/>
                    <a:pt x="209167216" y="59866412"/>
                    <a:pt x="209152048" y="59848548"/>
                  </a:cubicBezTo>
                  <a:cubicBezTo>
                    <a:pt x="195211904" y="55856236"/>
                    <a:pt x="195216656" y="55856016"/>
                    <a:pt x="195221120" y="55855940"/>
                  </a:cubicBezTo>
                  <a:cubicBezTo>
                    <a:pt x="181285456" y="51877020"/>
                    <a:pt x="181292912" y="51891532"/>
                    <a:pt x="181298560" y="51906560"/>
                  </a:cubicBezTo>
                  <a:cubicBezTo>
                    <a:pt x="167355728" y="47920352"/>
                    <a:pt x="167342352" y="47915732"/>
                    <a:pt x="167340560" y="47914468"/>
                  </a:cubicBezTo>
                  <a:cubicBezTo>
                    <a:pt x="153385232" y="43914268"/>
                    <a:pt x="153378992" y="43902064"/>
                    <a:pt x="153368272" y="43893804"/>
                  </a:cubicBezTo>
                  <a:lnTo>
                    <a:pt x="139436480" y="39900076"/>
                  </a:lnTo>
                  <a:cubicBezTo>
                    <a:pt x="125496344" y="35914532"/>
                    <a:pt x="125499016" y="35922272"/>
                    <a:pt x="125499912" y="35930308"/>
                  </a:cubicBezTo>
                  <a:cubicBezTo>
                    <a:pt x="111555904" y="31943650"/>
                    <a:pt x="111545792" y="31940450"/>
                    <a:pt x="111543104" y="31939258"/>
                  </a:cubicBezTo>
                  <a:cubicBezTo>
                    <a:pt x="97587496" y="27940768"/>
                    <a:pt x="97577976" y="27932062"/>
                    <a:pt x="97570528" y="27921720"/>
                  </a:cubicBezTo>
                  <a:cubicBezTo>
                    <a:pt x="83621760" y="23924048"/>
                    <a:pt x="83636648" y="23925682"/>
                    <a:pt x="83639624" y="23929106"/>
                  </a:cubicBezTo>
                  <a:cubicBezTo>
                    <a:pt x="69706632" y="19949070"/>
                    <a:pt x="69718536" y="19960678"/>
                    <a:pt x="69731336" y="19971766"/>
                  </a:cubicBezTo>
                  <a:cubicBezTo>
                    <a:pt x="55782564" y="15979899"/>
                    <a:pt x="55778100" y="15980345"/>
                    <a:pt x="55773636" y="15980792"/>
                  </a:cubicBezTo>
                  <a:cubicBezTo>
                    <a:pt x="41820704" y="11977911"/>
                    <a:pt x="41813560" y="11966823"/>
                    <a:pt x="41806712" y="11955215"/>
                  </a:cubicBezTo>
                  <a:cubicBezTo>
                    <a:pt x="27858542" y="7956501"/>
                    <a:pt x="27873424" y="7959105"/>
                    <a:pt x="27875806" y="7962603"/>
                  </a:cubicBezTo>
                  <a:cubicBezTo>
                    <a:pt x="13935968" y="3978027"/>
                    <a:pt x="13942815" y="3984352"/>
                    <a:pt x="13950851" y="3988668"/>
                  </a:cubicBezTo>
                  <a:cubicBezTo>
                    <a:pt x="15478" y="0"/>
                    <a:pt x="6548" y="4911"/>
                    <a:pt x="0" y="2456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31" name="">
              <a:extLst>
                <a:ext uri="{EBBAC310-51AD-4EC5-B984-84463428800D}">
                  <a16:creationId xmlns:a16="http://schemas.microsoft.com/office/drawing/2010/main" id="{540D2694-85FA-4D97-8CEA-310C9744ACA4}"/>
                </a:ext>
              </a:extLst>
            </p:cNvPr>
            <p:cNvSpPr/>
            <p:nvPr/>
          </p:nvSpPr>
          <p:spPr>
            <a:xfrm>
              <a:off x="-139040240" y="-39079080"/>
              <a:ext cx="125501240" cy="35931040"/>
            </a:xfrm>
            <a:custGeom>
              <a:avLst/>
              <a:gdLst/>
              <a:ahLst/>
              <a:cxnLst/>
              <a:rect b="b" l="0" r="r" t="0"/>
              <a:pathLst>
                <a:path h="35931040" w="125501232">
                  <a:moveTo>
                    <a:pt x="125501240" y="35931040"/>
                  </a:moveTo>
                  <a:cubicBezTo>
                    <a:pt x="111466168" y="31882598"/>
                    <a:pt x="111419488" y="31768488"/>
                    <a:pt x="111372712" y="31677528"/>
                  </a:cubicBezTo>
                  <a:cubicBezTo>
                    <a:pt x="97373088" y="27578320"/>
                    <a:pt x="97320128" y="27469160"/>
                    <a:pt x="97272224" y="27358862"/>
                  </a:cubicBezTo>
                  <a:cubicBezTo>
                    <a:pt x="125146720" y="35309628"/>
                    <a:pt x="125052608" y="35091220"/>
                    <a:pt x="125119384" y="35086740"/>
                  </a:cubicBezTo>
                  <a:cubicBezTo>
                    <a:pt x="111180320" y="31094024"/>
                    <a:pt x="111192224" y="31097168"/>
                    <a:pt x="111193656" y="31103838"/>
                  </a:cubicBezTo>
                  <a:cubicBezTo>
                    <a:pt x="97249640" y="27113976"/>
                    <a:pt x="97250120" y="27116450"/>
                    <a:pt x="97250688" y="27119024"/>
                  </a:cubicBezTo>
                  <a:cubicBezTo>
                    <a:pt x="83308200" y="23136784"/>
                    <a:pt x="83280968" y="23132496"/>
                    <a:pt x="83278952" y="23123256"/>
                  </a:cubicBezTo>
                  <a:cubicBezTo>
                    <a:pt x="69333904" y="19128442"/>
                    <a:pt x="69333336" y="19125870"/>
                    <a:pt x="69332856" y="19123394"/>
                  </a:cubicBezTo>
                  <a:cubicBezTo>
                    <a:pt x="55394460" y="15134200"/>
                    <a:pt x="55400748" y="15137341"/>
                    <a:pt x="55407036" y="15140389"/>
                  </a:cubicBezTo>
                  <a:cubicBezTo>
                    <a:pt x="41431024" y="11150243"/>
                    <a:pt x="41511892" y="11371889"/>
                    <a:pt x="41522276" y="11395703"/>
                  </a:cubicBezTo>
                  <a:cubicBezTo>
                    <a:pt x="27623504" y="7508712"/>
                    <a:pt x="27674088" y="7612724"/>
                    <a:pt x="27726382" y="7715022"/>
                  </a:cubicBezTo>
                  <a:cubicBezTo>
                    <a:pt x="13826859" y="3810695"/>
                    <a:pt x="13874000" y="3930139"/>
                    <a:pt x="13961343" y="3984241"/>
                  </a:cubicBezTo>
                  <a:cubicBezTo>
                    <a:pt x="32286" y="1525"/>
                    <a:pt x="8762" y="5428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32" name="">
              <a:extLst>
                <a:ext uri="{5351692E-4F9E-4E2D-A175-92CE1AD9CC43}">
                  <a16:creationId xmlns:a16="http://schemas.microsoft.com/office/drawing/2010/main" id="{B342138C-7240-4221-991A-9B26F4966324}"/>
                </a:ext>
              </a:extLst>
            </p:cNvPr>
            <p:cNvSpPr/>
            <p:nvPr/>
          </p:nvSpPr>
          <p:spPr>
            <a:xfrm>
              <a:off x="-125124904" y="-35432212"/>
              <a:ext cx="111556648" cy="31938696"/>
            </a:xfrm>
            <a:custGeom>
              <a:avLst/>
              <a:gdLst/>
              <a:ahLst/>
              <a:cxnLst/>
              <a:rect b="b" l="0" r="r" t="0"/>
              <a:pathLst>
                <a:path h="31938698" w="111556656">
                  <a:moveTo>
                    <a:pt x="111556648" y="31938696"/>
                  </a:moveTo>
                  <a:cubicBezTo>
                    <a:pt x="97539304" y="27813486"/>
                    <a:pt x="97449384" y="27682994"/>
                    <a:pt x="97406424" y="27536594"/>
                  </a:cubicBezTo>
                  <a:cubicBezTo>
                    <a:pt x="83459280" y="23535494"/>
                    <a:pt x="83477560" y="23538922"/>
                    <a:pt x="83480712" y="23540352"/>
                  </a:cubicBezTo>
                  <a:cubicBezTo>
                    <a:pt x="69544504" y="19551826"/>
                    <a:pt x="69548024" y="19553538"/>
                    <a:pt x="69549080" y="19563160"/>
                  </a:cubicBezTo>
                  <a:cubicBezTo>
                    <a:pt x="55605636" y="15581587"/>
                    <a:pt x="55578396" y="15576537"/>
                    <a:pt x="55577444" y="15567393"/>
                  </a:cubicBezTo>
                  <a:lnTo>
                    <a:pt x="41636284" y="11574484"/>
                  </a:lnTo>
                  <a:cubicBezTo>
                    <a:pt x="27697992" y="7580910"/>
                    <a:pt x="27704280" y="7579575"/>
                    <a:pt x="27710568" y="7578242"/>
                  </a:cubicBezTo>
                  <a:cubicBezTo>
                    <a:pt x="13808469" y="3730589"/>
                    <a:pt x="13897812" y="3860320"/>
                    <a:pt x="13969827" y="3991766"/>
                  </a:cubicBezTo>
                  <a:cubicBezTo>
                    <a:pt x="31338" y="10667"/>
                    <a:pt x="4288" y="7904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</p:grpSp>
      <p:pic>
        <p:nvPicPr>
          <p:cNvPr id="33" name="">
            <a:extLst>
              <a:ext uri="{A01E1883-6137-4930-AE61-7A8DF60FFF62}">
                <a16:creationId xmlns:a16="http://schemas.microsoft.com/office/drawing/2010/main" id="{E59634CE-8D7F-44E7-B71B-24A57FFC0BB2}"/>
              </a:ext>
            </a:extLst>
          </p:cNvPr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flipH="false" flipV="false" rot="0">
            <a:off x="628650" y="1151524"/>
            <a:ext cx="1100632" cy="1355455"/>
          </a:xfrm>
          <a:prstGeom prst="rect">
            <a:avLst/>
          </a:prstGeom>
          <a:noFill/>
        </p:spPr>
      </p:pic>
      <p:pic>
        <p:nvPicPr>
          <p:cNvPr id="34" name="">
            <a:extLst>
              <a:ext uri="{9514FCC4-3CEA-4A1F-A80F-57450DF3C613}">
                <a16:creationId xmlns:a16="http://schemas.microsoft.com/office/drawing/2010/main" id="{109C5B9D-3E5C-4CD9-B75B-6E61AF67C265}"/>
              </a:ext>
            </a:extLst>
          </p:cNvPr>
          <p:cNvPicPr>
            <a:picLocks noChangeAspect="true"/>
          </p:cNvPicPr>
          <p:nvPr/>
        </p:nvPicPr>
        <p:blipFill>
          <a:blip r:embed="rId3">
            <a:alphaModFix amt="30000"/>
            <a:duotone>
              <a:srgbClr val="000000"/>
              <a:schemeClr val="accent1">
                <a:tint val="45000"/>
                <a:satMod val="400000"/>
              </a:schemeClr>
            </a:duotone>
            <a:lum contrast="0"/>
            <a:extLst>
              <a:ext uri="{C8859928-6282-4650-87A1-4E34C63031F3}">
                <a14:imgProps xmlns:a14="http://schemas.microsoft.com/office/drawing/2010/main">
                  <a14:imgLayer>
                    <a14:imgEffect>
                      <a14:brightnessContrast contrast="0"/>
                    </a14:imgEffect>
                  </a14:imgLayer>
                </a14:imgProps>
              </a:ext>
              <a:ext uri="{4E6764E2-EB27-43D9-878B-530104A09A16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false" flipV="false" rot="0">
            <a:off x="7627020" y="3043837"/>
            <a:ext cx="894616" cy="988009"/>
          </a:xfrm>
          <a:prstGeom prst="rect">
            <a:avLst/>
          </a:prstGeom>
          <a:noFill/>
        </p:spPr>
      </p:pic>
    </p:spTree>
    <p:custDataLst>
      <p:tags r:id="rId4"/>
    </p:custDataLst>
    <p:extLst>
      <p:ext uri="{359DE285-EBA8-4963-83D9-FAEDDA079D66}">
        <p14:creationId xmlns:p14="http://schemas.microsoft.com/office/powerpoint/2010/main" val="1759312219361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C649E5-9DB2-4009-99F3-5797D12655E5}">
                <a16:creationId xmlns:a16="http://schemas.microsoft.com/office/drawing/2010/main" id="{FD1947CA-CA08-49DA-A395-BE034F0274F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anchor="b" bIns="0" lIns="0" rIns="0" rtlCol="0" tIns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420DBDE0-BC5A-4647-8BC3-588093468B8A}">
                <a16:creationId xmlns:a16="http://schemas.microsoft.com/office/drawing/2010/main" id="{D0F8C03D-2568-4381-BDB9-16B6B716F0AF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333500"/>
            <a:ext cx="7620000" cy="3238500"/>
          </a:xfrm>
        </p:spPr>
        <p:txBody>
          <a:bodyPr anchor="t" bIns="0" lIns="0" rIns="0" rtlCol="0" tIns="0">
            <a:noAutofit/>
          </a:bodyPr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4" name="Slide Number Placeholder 4">
            <a:extLst>
              <a:ext uri="{58522767-D6BE-4870-95DF-78F89337F72C}">
                <a16:creationId xmlns:a16="http://schemas.microsoft.com/office/drawing/2010/main" id="{290BF690-39C2-413E-A663-915DEC5C84C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5" name="Footer Placeholder 3">
            <a:extLst>
              <a:ext uri="{66E78D29-37A0-4E42-B31F-9F910F55DB17}">
                <a16:creationId xmlns:a16="http://schemas.microsoft.com/office/drawing/2010/main" id="{D70A49D3-AD26-4839-A754-54D3E24FE38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6" name="Date Placeholder 1">
            <a:extLst>
              <a:ext uri="{2C200A70-CAC7-4AC5-AC21-17CE81129A44}">
                <a16:creationId xmlns:a16="http://schemas.microsoft.com/office/drawing/2010/main" id="{6765ADC6-22D9-4CA9-AD14-A0141A60B81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cxnSp>
        <p:nvCxnSpPr>
          <p:cNvPr id="7" name="">
            <a:extLst>
              <a:ext uri="{33A4A9E7-B015-4166-8372-8D029C7D50B8}">
                <a16:creationId xmlns:a16="http://schemas.microsoft.com/office/drawing/2010/main" id="{07CCD083-F405-4EF9-B1DB-B95BC1906F44}"/>
              </a:ext>
            </a:extLst>
          </p:cNvPr>
          <p:cNvCxnSpPr/>
          <p:nvPr/>
        </p:nvCxnSpPr>
        <p:spPr>
          <a:xfrm flipH="true" flipV="true" rot="10800000">
            <a:off x="476250" y="1238250"/>
            <a:ext cx="81915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grpSp>
        <p:nvGrpSpPr>
          <p:cNvPr id="8" name="">
            <a:extLst>
              <a:ext uri="{37F4A995-0B1E-4141-8689-2B6F0DA741EE}">
                <a16:creationId xmlns:a16="http://schemas.microsoft.com/office/drawing/2010/main" id="{70AE1FFD-DA25-46E8-AC57-5E08F32CB5DE}"/>
              </a:ext>
            </a:extLst>
          </p:cNvPr>
          <p:cNvGrpSpPr/>
          <p:nvPr/>
        </p:nvGrpSpPr>
        <p:grpSpPr>
          <a:xfrm>
            <a:off x="-2147483648" y="-931962304"/>
            <a:ext cx="2147483647" cy="930216448"/>
            <a:chOff x="-2147483648" y="-932152832"/>
            <a:chExt cx="2147483647" cy="930216448"/>
          </a:xfrm>
          <a:noFill/>
        </p:grpSpPr>
        <p:sp>
          <p:nvSpPr>
            <p:cNvPr id="9" name="">
              <a:extLst>
                <a:ext uri="{132B402E-D5E5-44DE-B263-2F77F7FE86F9}">
                  <a16:creationId xmlns:a16="http://schemas.microsoft.com/office/drawing/2010/main" id="{8054D9AC-AA17-4F24-BED0-E9A98345E0F1}"/>
                </a:ext>
              </a:extLst>
            </p:cNvPr>
            <p:cNvSpPr/>
            <p:nvPr/>
          </p:nvSpPr>
          <p:spPr>
            <a:xfrm>
              <a:off x="-375950624" y="-106639720"/>
              <a:ext cx="362582912" cy="103817440"/>
            </a:xfrm>
            <a:custGeom>
              <a:avLst/>
              <a:gdLst/>
              <a:ahLst/>
              <a:cxnLst/>
              <a:rect b="b" l="0" r="r" t="0"/>
              <a:pathLst>
                <a:path h="103817440" w="362582912">
                  <a:moveTo>
                    <a:pt x="362582912" y="103817440"/>
                  </a:moveTo>
                  <a:cubicBezTo>
                    <a:pt x="348627424" y="99855776"/>
                    <a:pt x="348652192" y="99896440"/>
                    <a:pt x="348662336" y="99925216"/>
                  </a:cubicBezTo>
                  <a:cubicBezTo>
                    <a:pt x="334731040" y="95970968"/>
                    <a:pt x="334746592" y="96008120"/>
                    <a:pt x="334763360" y="96044792"/>
                  </a:cubicBezTo>
                  <a:cubicBezTo>
                    <a:pt x="320852384" y="92128280"/>
                    <a:pt x="320891616" y="92201416"/>
                    <a:pt x="320936320" y="92271336"/>
                  </a:cubicBezTo>
                  <a:cubicBezTo>
                    <a:pt x="307079744" y="88412632"/>
                    <a:pt x="307189760" y="88523416"/>
                    <a:pt x="307303456" y="88634664"/>
                  </a:cubicBezTo>
                  <a:cubicBezTo>
                    <a:pt x="293410144" y="84692432"/>
                    <a:pt x="293461856" y="84743288"/>
                    <a:pt x="293516640" y="84789480"/>
                  </a:cubicBezTo>
                  <a:cubicBezTo>
                    <a:pt x="279580448" y="80804192"/>
                    <a:pt x="279604128" y="80825912"/>
                    <a:pt x="279609760" y="80825816"/>
                  </a:cubicBezTo>
                  <a:cubicBezTo>
                    <a:pt x="265681472" y="76833096"/>
                    <a:pt x="265676528" y="76831960"/>
                    <a:pt x="265679760" y="76818048"/>
                  </a:cubicBezTo>
                  <a:cubicBezTo>
                    <a:pt x="251736624" y="72812280"/>
                    <a:pt x="251736816" y="72798760"/>
                    <a:pt x="251735856" y="72785232"/>
                  </a:cubicBezTo>
                  <a:cubicBezTo>
                    <a:pt x="237792784" y="68752504"/>
                    <a:pt x="237795648" y="68712312"/>
                    <a:pt x="237796688" y="68671928"/>
                  </a:cubicBezTo>
                  <a:cubicBezTo>
                    <a:pt x="223856320" y="64513664"/>
                    <a:pt x="223837648" y="64348020"/>
                    <a:pt x="223811536" y="64184384"/>
                  </a:cubicBezTo>
                  <a:cubicBezTo>
                    <a:pt x="209853520" y="60107468"/>
                    <a:pt x="209836304" y="60027168"/>
                    <a:pt x="209815344" y="59944208"/>
                  </a:cubicBezTo>
                  <a:cubicBezTo>
                    <a:pt x="195849152" y="55866620"/>
                    <a:pt x="195838960" y="55778704"/>
                    <a:pt x="195818288" y="55692884"/>
                  </a:cubicBezTo>
                  <a:cubicBezTo>
                    <a:pt x="181871312" y="51690640"/>
                    <a:pt x="181898560" y="51694736"/>
                    <a:pt x="181900752" y="51703972"/>
                  </a:cubicBezTo>
                  <a:cubicBezTo>
                    <a:pt x="167976928" y="47797456"/>
                    <a:pt x="167987024" y="47885276"/>
                    <a:pt x="168008656" y="47970620"/>
                  </a:cubicBezTo>
                  <a:cubicBezTo>
                    <a:pt x="154085872" y="44064200"/>
                    <a:pt x="154103216" y="44147540"/>
                    <a:pt x="154117216" y="44235076"/>
                  </a:cubicBezTo>
                  <a:cubicBezTo>
                    <a:pt x="140201296" y="40422284"/>
                    <a:pt x="140218256" y="40603356"/>
                    <a:pt x="140209872" y="40785284"/>
                  </a:cubicBezTo>
                  <a:cubicBezTo>
                    <a:pt x="126264352" y="36812948"/>
                    <a:pt x="126262912" y="36832852"/>
                    <a:pt x="126262056" y="36852860"/>
                  </a:cubicBezTo>
                  <a:cubicBezTo>
                    <a:pt x="112316808" y="32879378"/>
                    <a:pt x="112321384" y="32904048"/>
                    <a:pt x="112316440" y="32922526"/>
                  </a:cubicBezTo>
                  <a:cubicBezTo>
                    <a:pt x="98368040" y="28944666"/>
                    <a:pt x="98364136" y="28950000"/>
                    <a:pt x="98348040" y="28949330"/>
                  </a:cubicBezTo>
                  <a:cubicBezTo>
                    <a:pt x="84382696" y="24956142"/>
                    <a:pt x="84361360" y="24936422"/>
                    <a:pt x="84346032" y="24924702"/>
                  </a:cubicBezTo>
                  <a:cubicBezTo>
                    <a:pt x="70366216" y="20905702"/>
                    <a:pt x="70334872" y="20873890"/>
                    <a:pt x="70302480" y="20843974"/>
                  </a:cubicBezTo>
                  <a:cubicBezTo>
                    <a:pt x="56231584" y="16735145"/>
                    <a:pt x="56109024" y="16616847"/>
                    <a:pt x="56006628" y="16478259"/>
                  </a:cubicBezTo>
                  <a:cubicBezTo>
                    <a:pt x="42003908" y="12405252"/>
                    <a:pt x="41953828" y="12319145"/>
                    <a:pt x="41912380" y="12228751"/>
                  </a:cubicBezTo>
                  <a:cubicBezTo>
                    <a:pt x="27947616" y="8193649"/>
                    <a:pt x="27928490" y="8150405"/>
                    <a:pt x="27912566" y="8105924"/>
                  </a:cubicBezTo>
                  <a:cubicBezTo>
                    <a:pt x="13956283" y="4080923"/>
                    <a:pt x="13929048" y="4036247"/>
                    <a:pt x="13941252" y="4001765"/>
                  </a:cubicBezTo>
                  <a:cubicBezTo>
                    <a:pt x="0" y="0"/>
                    <a:pt x="26938" y="7720"/>
                    <a:pt x="23813" y="16669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0" name="">
              <a:extLst>
                <a:ext uri="{A4DEB7F9-E091-4A59-9347-225B3A43E9B7}">
                  <a16:creationId xmlns:a16="http://schemas.microsoft.com/office/drawing/2010/main" id="{53A58B84-F982-4A68-9126-B12ABD27BB28}"/>
                </a:ext>
              </a:extLst>
            </p:cNvPr>
            <p:cNvSpPr/>
            <p:nvPr/>
          </p:nvSpPr>
          <p:spPr>
            <a:xfrm>
              <a:off x="-152859568" y="-42762040"/>
              <a:ext cx="139461056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61056">
                  <a:moveTo>
                    <a:pt x="139461056" y="39923372"/>
                  </a:moveTo>
                  <a:cubicBezTo>
                    <a:pt x="125589344" y="35915036"/>
                    <a:pt x="125651736" y="35879792"/>
                    <a:pt x="125720216" y="35850356"/>
                  </a:cubicBezTo>
                  <a:cubicBezTo>
                    <a:pt x="125788704" y="35820924"/>
                    <a:pt x="111912800" y="31799062"/>
                    <a:pt x="111981088" y="31768962"/>
                  </a:cubicBezTo>
                  <a:cubicBezTo>
                    <a:pt x="98087552" y="27754054"/>
                    <a:pt x="98148808" y="27704142"/>
                    <a:pt x="98206336" y="27702712"/>
                  </a:cubicBezTo>
                  <a:cubicBezTo>
                    <a:pt x="84291576" y="23709710"/>
                    <a:pt x="84296336" y="23725424"/>
                    <a:pt x="84302152" y="23751904"/>
                  </a:cubicBezTo>
                  <a:cubicBezTo>
                    <a:pt x="70359752" y="19769662"/>
                    <a:pt x="70332424" y="19765472"/>
                    <a:pt x="70330416" y="19756234"/>
                  </a:cubicBezTo>
                  <a:cubicBezTo>
                    <a:pt x="56379072" y="15732844"/>
                    <a:pt x="56367548" y="15742273"/>
                    <a:pt x="56338396" y="15755515"/>
                  </a:cubicBezTo>
                  <a:cubicBezTo>
                    <a:pt x="42369812" y="11774131"/>
                    <a:pt x="42347332" y="11788799"/>
                    <a:pt x="42323520" y="11800324"/>
                  </a:cubicBezTo>
                  <a:cubicBezTo>
                    <a:pt x="28326168" y="7833418"/>
                    <a:pt x="28271688" y="7855230"/>
                    <a:pt x="28217960" y="7878566"/>
                  </a:cubicBezTo>
                  <a:cubicBezTo>
                    <a:pt x="14175935" y="3928614"/>
                    <a:pt x="14079931" y="3984336"/>
                    <a:pt x="13976487" y="4007004"/>
                  </a:cubicBezTo>
                  <a:cubicBezTo>
                    <a:pt x="23236" y="16571"/>
                    <a:pt x="0" y="3335"/>
                    <a:pt x="15236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1" name="">
              <a:extLst>
                <a:ext uri="{2D059B4B-0F0E-4945-9683-7C38FB9ED6F2}">
                  <a16:creationId xmlns:a16="http://schemas.microsoft.com/office/drawing/2010/main" id="{3FE53099-7885-4B46-BAEF-D237B1632859}"/>
                </a:ext>
              </a:extLst>
            </p:cNvPr>
            <p:cNvSpPr/>
            <p:nvPr/>
          </p:nvSpPr>
          <p:spPr>
            <a:xfrm>
              <a:off x="-305918752" y="-86055768"/>
              <a:ext cx="292836192" cy="83839088"/>
            </a:xfrm>
            <a:custGeom>
              <a:avLst/>
              <a:gdLst/>
              <a:ahLst/>
              <a:cxnLst/>
              <a:rect b="b" l="0" r="r" t="0"/>
              <a:pathLst>
                <a:path h="83839088" w="292836192">
                  <a:moveTo>
                    <a:pt x="292836192" y="83839088"/>
                  </a:moveTo>
                  <a:cubicBezTo>
                    <a:pt x="278890752" y="79844840"/>
                    <a:pt x="278889984" y="79842936"/>
                    <a:pt x="278889120" y="79841032"/>
                  </a:cubicBezTo>
                  <a:cubicBezTo>
                    <a:pt x="264951888" y="75851744"/>
                    <a:pt x="264959120" y="75854792"/>
                    <a:pt x="264966448" y="75857840"/>
                  </a:cubicBezTo>
                  <a:cubicBezTo>
                    <a:pt x="250957296" y="71872552"/>
                    <a:pt x="250892432" y="71884264"/>
                    <a:pt x="250827856" y="71867592"/>
                  </a:cubicBezTo>
                  <a:cubicBezTo>
                    <a:pt x="236824320" y="67859352"/>
                    <a:pt x="236770880" y="67827640"/>
                    <a:pt x="236728576" y="67783536"/>
                  </a:cubicBezTo>
                  <a:cubicBezTo>
                    <a:pt x="222732752" y="63738716"/>
                    <a:pt x="222692176" y="63673376"/>
                    <a:pt x="222654464" y="63610892"/>
                  </a:cubicBezTo>
                  <a:cubicBezTo>
                    <a:pt x="208673488" y="59558356"/>
                    <a:pt x="208623488" y="59486820"/>
                    <a:pt x="208619392" y="59414624"/>
                  </a:cubicBezTo>
                  <a:cubicBezTo>
                    <a:pt x="194674448" y="55420188"/>
                    <a:pt x="194675584" y="55418192"/>
                    <a:pt x="194677568" y="55417520"/>
                  </a:cubicBezTo>
                  <a:cubicBezTo>
                    <a:pt x="180769200" y="51408992"/>
                    <a:pt x="180808816" y="51417280"/>
                    <a:pt x="180847184" y="51417948"/>
                  </a:cubicBezTo>
                  <a:cubicBezTo>
                    <a:pt x="166923088" y="47425988"/>
                    <a:pt x="166943568" y="47426180"/>
                    <a:pt x="166964064" y="47427604"/>
                  </a:cubicBezTo>
                  <a:cubicBezTo>
                    <a:pt x="153051280" y="43437652"/>
                    <a:pt x="153083488" y="43449940"/>
                    <a:pt x="153115120" y="43450128"/>
                  </a:cubicBezTo>
                  <a:cubicBezTo>
                    <a:pt x="139180736" y="39457884"/>
                    <a:pt x="139199296" y="39473316"/>
                    <a:pt x="139181104" y="39473224"/>
                  </a:cubicBezTo>
                  <a:cubicBezTo>
                    <a:pt x="125195464" y="35480604"/>
                    <a:pt x="125156992" y="35466316"/>
                    <a:pt x="125115744" y="35464596"/>
                  </a:cubicBezTo>
                  <a:cubicBezTo>
                    <a:pt x="111140488" y="31471024"/>
                    <a:pt x="111105832" y="31466544"/>
                    <a:pt x="111075160" y="31468832"/>
                  </a:cubicBezTo>
                  <a:cubicBezTo>
                    <a:pt x="97095040" y="27479066"/>
                    <a:pt x="97087808" y="27491736"/>
                    <a:pt x="97097144" y="27522502"/>
                  </a:cubicBezTo>
                  <a:cubicBezTo>
                    <a:pt x="83160656" y="23553502"/>
                    <a:pt x="83171128" y="23575882"/>
                    <a:pt x="83183704" y="23597122"/>
                  </a:cubicBezTo>
                  <a:cubicBezTo>
                    <a:pt x="69257984" y="19639838"/>
                    <a:pt x="69276944" y="19674794"/>
                    <a:pt x="69297896" y="19708606"/>
                  </a:cubicBezTo>
                  <a:cubicBezTo>
                    <a:pt x="55394832" y="15783325"/>
                    <a:pt x="55439312" y="15856381"/>
                    <a:pt x="55501228" y="15906577"/>
                  </a:cubicBezTo>
                  <a:cubicBezTo>
                    <a:pt x="41641792" y="11983389"/>
                    <a:pt x="41734292" y="11976916"/>
                    <a:pt x="41836500" y="11965675"/>
                  </a:cubicBezTo>
                  <a:cubicBezTo>
                    <a:pt x="27900400" y="7971626"/>
                    <a:pt x="27909070" y="7975151"/>
                    <a:pt x="27913832" y="7982388"/>
                  </a:cubicBezTo>
                  <a:cubicBezTo>
                    <a:pt x="13970012" y="3991961"/>
                    <a:pt x="13970868" y="3993868"/>
                    <a:pt x="13971724" y="3995765"/>
                  </a:cubicBezTo>
                  <a:cubicBezTo>
                    <a:pt x="30770" y="11720"/>
                    <a:pt x="3907" y="8865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2" name="">
              <a:extLst>
                <a:ext uri="{2E2239A7-EC7D-4DF0-A8E3-7C579C4132E6}">
                  <a16:creationId xmlns:a16="http://schemas.microsoft.com/office/drawing/2010/main" id="{6CFC896C-03CF-415F-AD6A-A9E369AC5FA5}"/>
                </a:ext>
              </a:extLst>
            </p:cNvPr>
            <p:cNvSpPr/>
            <p:nvPr/>
          </p:nvSpPr>
          <p:spPr>
            <a:xfrm>
              <a:off x="-207888640" y="-58260096"/>
              <a:ext cx="195231440" cy="55892724"/>
            </a:xfrm>
            <a:custGeom>
              <a:avLst/>
              <a:gdLst/>
              <a:ahLst/>
              <a:cxnLst/>
              <a:rect b="b" l="0" r="r" t="0"/>
              <a:pathLst>
                <a:path h="55892724" w="195231440">
                  <a:moveTo>
                    <a:pt x="195231440" y="55892724"/>
                  </a:moveTo>
                  <a:cubicBezTo>
                    <a:pt x="181362688" y="51836380"/>
                    <a:pt x="181437168" y="51758556"/>
                    <a:pt x="181476880" y="51666548"/>
                  </a:cubicBezTo>
                  <a:cubicBezTo>
                    <a:pt x="167572592" y="47581152"/>
                    <a:pt x="167560224" y="47479424"/>
                    <a:pt x="167548784" y="47381316"/>
                  </a:cubicBezTo>
                  <a:cubicBezTo>
                    <a:pt x="153598496" y="43342972"/>
                    <a:pt x="153589344" y="43297444"/>
                    <a:pt x="153576576" y="43252868"/>
                  </a:cubicBezTo>
                  <a:cubicBezTo>
                    <a:pt x="139629424" y="39251196"/>
                    <a:pt x="139627232" y="39215096"/>
                    <a:pt x="139620384" y="39206904"/>
                  </a:cubicBezTo>
                  <a:cubicBezTo>
                    <a:pt x="125656360" y="35191232"/>
                    <a:pt x="125628264" y="35225996"/>
                    <a:pt x="125614552" y="35237140"/>
                  </a:cubicBezTo>
                  <a:cubicBezTo>
                    <a:pt x="111596440" y="31304432"/>
                    <a:pt x="111527560" y="31368344"/>
                    <a:pt x="111476608" y="31448830"/>
                  </a:cubicBezTo>
                  <a:cubicBezTo>
                    <a:pt x="97527264" y="27464016"/>
                    <a:pt x="97500888" y="27455254"/>
                    <a:pt x="97506888" y="27445822"/>
                  </a:cubicBezTo>
                  <a:cubicBezTo>
                    <a:pt x="83593928" y="23404240"/>
                    <a:pt x="83631648" y="23359190"/>
                    <a:pt x="83674600" y="23319370"/>
                  </a:cubicBezTo>
                  <a:cubicBezTo>
                    <a:pt x="69768032" y="19291316"/>
                    <a:pt x="69810224" y="19248644"/>
                    <a:pt x="69854232" y="19220642"/>
                  </a:cubicBezTo>
                  <a:cubicBezTo>
                    <a:pt x="55982416" y="15181915"/>
                    <a:pt x="55991844" y="15308600"/>
                    <a:pt x="56002896" y="15349653"/>
                  </a:cubicBezTo>
                  <a:cubicBezTo>
                    <a:pt x="42072892" y="11415039"/>
                    <a:pt x="42081652" y="11474091"/>
                    <a:pt x="42084428" y="11533528"/>
                  </a:cubicBezTo>
                  <a:cubicBezTo>
                    <a:pt x="28143082" y="7596341"/>
                    <a:pt x="28146710" y="7660919"/>
                    <a:pt x="28130802" y="7714167"/>
                  </a:cubicBezTo>
                  <a:cubicBezTo>
                    <a:pt x="14152401" y="3834794"/>
                    <a:pt x="14065057" y="3928523"/>
                    <a:pt x="13977156" y="4003007"/>
                  </a:cubicBezTo>
                  <a:cubicBezTo>
                    <a:pt x="25245" y="16766"/>
                    <a:pt x="0" y="6288"/>
                    <a:pt x="733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3" name="">
              <a:extLst>
                <a:ext uri="{A4620699-7EC4-4BE5-9C1C-C69687451E78}">
                  <a16:creationId xmlns:a16="http://schemas.microsoft.com/office/drawing/2010/main" id="{9B904A92-5A03-4633-ADD6-69CECAADE401}"/>
                </a:ext>
              </a:extLst>
            </p:cNvPr>
            <p:cNvSpPr/>
            <p:nvPr/>
          </p:nvSpPr>
          <p:spPr>
            <a:xfrm>
              <a:off x="-208037808" y="-58160176"/>
              <a:ext cx="195243072" cy="55910340"/>
            </a:xfrm>
            <a:custGeom>
              <a:avLst/>
              <a:gdLst/>
              <a:ahLst/>
              <a:cxnLst/>
              <a:rect b="b" l="0" r="r" t="0"/>
              <a:pathLst>
                <a:path h="55910340" w="195243088">
                  <a:moveTo>
                    <a:pt x="195243072" y="55910340"/>
                  </a:moveTo>
                  <a:cubicBezTo>
                    <a:pt x="181258112" y="51962772"/>
                    <a:pt x="181175152" y="51943248"/>
                    <a:pt x="181131984" y="51911812"/>
                  </a:cubicBezTo>
                  <a:cubicBezTo>
                    <a:pt x="167121408" y="47871184"/>
                    <a:pt x="167144464" y="47781360"/>
                    <a:pt x="167205424" y="47740500"/>
                  </a:cubicBezTo>
                  <a:cubicBezTo>
                    <a:pt x="153316832" y="43710636"/>
                    <a:pt x="153391504" y="43700160"/>
                    <a:pt x="153423520" y="43773028"/>
                  </a:cubicBezTo>
                  <a:cubicBezTo>
                    <a:pt x="139494080" y="39814788"/>
                    <a:pt x="139497328" y="39852980"/>
                    <a:pt x="139488272" y="39889180"/>
                  </a:cubicBezTo>
                  <a:cubicBezTo>
                    <a:pt x="125538072" y="35918464"/>
                    <a:pt x="125530248" y="35957136"/>
                    <a:pt x="125507496" y="35967516"/>
                  </a:cubicBezTo>
                  <a:cubicBezTo>
                    <a:pt x="111554920" y="31978894"/>
                    <a:pt x="111530152" y="31967274"/>
                    <a:pt x="111541400" y="31962130"/>
                  </a:cubicBezTo>
                  <a:cubicBezTo>
                    <a:pt x="97621864" y="27958266"/>
                    <a:pt x="97633960" y="27887878"/>
                    <a:pt x="97632824" y="27864350"/>
                  </a:cubicBezTo>
                  <a:cubicBezTo>
                    <a:pt x="83687192" y="23851154"/>
                    <a:pt x="83682528" y="23830578"/>
                    <a:pt x="83674424" y="23811246"/>
                  </a:cubicBezTo>
                  <a:cubicBezTo>
                    <a:pt x="69727656" y="19812334"/>
                    <a:pt x="69724416" y="19806046"/>
                    <a:pt x="69720232" y="19800524"/>
                  </a:cubicBezTo>
                  <a:cubicBezTo>
                    <a:pt x="55755648" y="15802472"/>
                    <a:pt x="55735636" y="15796757"/>
                    <a:pt x="55715644" y="15790948"/>
                  </a:cubicBezTo>
                  <a:cubicBezTo>
                    <a:pt x="41760484" y="11801945"/>
                    <a:pt x="41750568" y="11806897"/>
                    <a:pt x="41741636" y="11813372"/>
                  </a:cubicBezTo>
                  <a:cubicBezTo>
                    <a:pt x="27756576" y="7843419"/>
                    <a:pt x="27721342" y="7885710"/>
                    <a:pt x="27728856" y="7934953"/>
                  </a:cubicBezTo>
                  <a:cubicBezTo>
                    <a:pt x="13793613" y="4004146"/>
                    <a:pt x="13891915" y="4050818"/>
                    <a:pt x="13938293" y="3999291"/>
                  </a:cubicBezTo>
                  <a:cubicBezTo>
                    <a:pt x="0" y="0"/>
                    <a:pt x="25915" y="9809"/>
                    <a:pt x="18957" y="17622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4" name="">
              <a:extLst>
                <a:ext uri="{C99EF5D2-68B1-44A9-ABD0-D76EDE23A08C}">
                  <a16:creationId xmlns:a16="http://schemas.microsoft.com/office/drawing/2010/main" id="{F798589E-B9BF-46B0-B462-2688F8125141}"/>
                </a:ext>
              </a:extLst>
            </p:cNvPr>
            <p:cNvSpPr/>
            <p:nvPr/>
          </p:nvSpPr>
          <p:spPr>
            <a:xfrm>
              <a:off x="-236044016" y="-66495088"/>
              <a:ext cx="223136208" cy="63894064"/>
            </a:xfrm>
            <a:custGeom>
              <a:avLst/>
              <a:gdLst/>
              <a:ahLst/>
              <a:cxnLst/>
              <a:rect b="b" l="0" r="r" t="0"/>
              <a:pathLst>
                <a:path h="63894064" w="223136224">
                  <a:moveTo>
                    <a:pt x="223136208" y="63894064"/>
                  </a:moveTo>
                  <a:cubicBezTo>
                    <a:pt x="209172016" y="59945920"/>
                    <a:pt x="209081344" y="59947740"/>
                    <a:pt x="209043152" y="59931732"/>
                  </a:cubicBezTo>
                  <a:cubicBezTo>
                    <a:pt x="195065136" y="55925108"/>
                    <a:pt x="195038192" y="55898820"/>
                    <a:pt x="195023040" y="55865764"/>
                  </a:cubicBezTo>
                  <a:cubicBezTo>
                    <a:pt x="181061392" y="51830476"/>
                    <a:pt x="181095312" y="51790276"/>
                    <a:pt x="181125040" y="51761420"/>
                  </a:cubicBezTo>
                  <a:cubicBezTo>
                    <a:pt x="167227792" y="47722976"/>
                    <a:pt x="167310672" y="47689548"/>
                    <a:pt x="167359728" y="47751268"/>
                  </a:cubicBezTo>
                  <a:cubicBezTo>
                    <a:pt x="153441520" y="43792172"/>
                    <a:pt x="153445040" y="43830556"/>
                    <a:pt x="153433616" y="43869136"/>
                  </a:cubicBezTo>
                  <a:cubicBezTo>
                    <a:pt x="139480656" y="39904892"/>
                    <a:pt x="139476752" y="39942324"/>
                    <a:pt x="139446352" y="39955188"/>
                  </a:cubicBezTo>
                  <a:cubicBezTo>
                    <a:pt x="125493672" y="35966280"/>
                    <a:pt x="125469000" y="35954560"/>
                    <a:pt x="125480160" y="35949800"/>
                  </a:cubicBezTo>
                  <a:cubicBezTo>
                    <a:pt x="111563096" y="31945746"/>
                    <a:pt x="111583584" y="31872310"/>
                    <a:pt x="111581112" y="31844778"/>
                  </a:cubicBezTo>
                  <a:cubicBezTo>
                    <a:pt x="97635000" y="27842918"/>
                    <a:pt x="97632424" y="27833678"/>
                    <a:pt x="97628904" y="27824726"/>
                  </a:cubicBezTo>
                  <a:cubicBezTo>
                    <a:pt x="83674040" y="23802670"/>
                    <a:pt x="83672232" y="23802766"/>
                    <a:pt x="83637752" y="23792766"/>
                  </a:cubicBezTo>
                  <a:cubicBezTo>
                    <a:pt x="69660008" y="19790714"/>
                    <a:pt x="69658224" y="19790238"/>
                    <a:pt x="69632888" y="19805000"/>
                  </a:cubicBezTo>
                  <a:cubicBezTo>
                    <a:pt x="55674108" y="15820472"/>
                    <a:pt x="55660864" y="15829996"/>
                    <a:pt x="55648956" y="15840955"/>
                  </a:cubicBezTo>
                  <a:cubicBezTo>
                    <a:pt x="41689140" y="11863857"/>
                    <a:pt x="41675988" y="11881000"/>
                    <a:pt x="41665140" y="11899576"/>
                  </a:cubicBezTo>
                  <a:cubicBezTo>
                    <a:pt x="27699704" y="7942004"/>
                    <a:pt x="27717136" y="7975630"/>
                    <a:pt x="27745712" y="8000870"/>
                  </a:cubicBezTo>
                  <a:cubicBezTo>
                    <a:pt x="13827696" y="4031963"/>
                    <a:pt x="13919820" y="4048251"/>
                    <a:pt x="13940488" y="4001770"/>
                  </a:cubicBezTo>
                  <a:cubicBezTo>
                    <a:pt x="0" y="0"/>
                    <a:pt x="26677" y="8386"/>
                    <a:pt x="22957" y="16669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5" name="">
              <a:extLst>
                <a:ext uri="{EC1C13AA-BF7D-4DC6-83BA-AE136F4EB9B1}">
                  <a16:creationId xmlns:a16="http://schemas.microsoft.com/office/drawing/2010/main" id="{8ADEA5D9-FC29-4B8E-A208-F1BFAB993878}"/>
                </a:ext>
              </a:extLst>
            </p:cNvPr>
            <p:cNvSpPr/>
            <p:nvPr/>
          </p:nvSpPr>
          <p:spPr>
            <a:xfrm>
              <a:off x="-361872864" y="-102696704"/>
              <a:ext cx="348614496" cy="99808408"/>
            </a:xfrm>
            <a:custGeom>
              <a:avLst/>
              <a:gdLst/>
              <a:ahLst/>
              <a:cxnLst/>
              <a:rect b="b" l="0" r="r" t="0"/>
              <a:pathLst>
                <a:path h="99808408" w="348614528">
                  <a:moveTo>
                    <a:pt x="348614496" y="99808408"/>
                  </a:moveTo>
                  <a:cubicBezTo>
                    <a:pt x="334646144" y="95778264"/>
                    <a:pt x="334619456" y="95742440"/>
                    <a:pt x="334590112" y="95708832"/>
                  </a:cubicBezTo>
                  <a:cubicBezTo>
                    <a:pt x="320632224" y="91701152"/>
                    <a:pt x="320584992" y="91652384"/>
                    <a:pt x="320591648" y="91628384"/>
                  </a:cubicBezTo>
                  <a:cubicBezTo>
                    <a:pt x="306652768" y="87615656"/>
                    <a:pt x="306696480" y="87612512"/>
                    <a:pt x="306712672" y="87607472"/>
                  </a:cubicBezTo>
                  <a:cubicBezTo>
                    <a:pt x="292823136" y="83597984"/>
                    <a:pt x="292877472" y="83578752"/>
                    <a:pt x="292932320" y="83560936"/>
                  </a:cubicBezTo>
                  <a:cubicBezTo>
                    <a:pt x="279030592" y="79554688"/>
                    <a:pt x="279071744" y="79537256"/>
                    <a:pt x="279114144" y="79522784"/>
                  </a:cubicBezTo>
                  <a:cubicBezTo>
                    <a:pt x="265183552" y="75525680"/>
                    <a:pt x="265200112" y="75518152"/>
                    <a:pt x="265213552" y="75528344"/>
                  </a:cubicBezTo>
                  <a:cubicBezTo>
                    <a:pt x="251289616" y="71551728"/>
                    <a:pt x="251286864" y="71601824"/>
                    <a:pt x="251289456" y="71623736"/>
                  </a:cubicBezTo>
                  <a:cubicBezTo>
                    <a:pt x="237349936" y="67673592"/>
                    <a:pt x="237358976" y="67715504"/>
                    <a:pt x="237354000" y="67758080"/>
                  </a:cubicBezTo>
                  <a:cubicBezTo>
                    <a:pt x="223408272" y="63775076"/>
                    <a:pt x="223383536" y="63768028"/>
                    <a:pt x="223382288" y="63760404"/>
                  </a:cubicBezTo>
                  <a:cubicBezTo>
                    <a:pt x="209437616" y="59767312"/>
                    <a:pt x="209437520" y="59766452"/>
                    <a:pt x="209437328" y="59765596"/>
                  </a:cubicBezTo>
                  <a:cubicBezTo>
                    <a:pt x="195491136" y="55762780"/>
                    <a:pt x="195518464" y="55767444"/>
                    <a:pt x="195519888" y="55776684"/>
                  </a:cubicBezTo>
                  <a:cubicBezTo>
                    <a:pt x="181575408" y="51785200"/>
                    <a:pt x="181575600" y="51785964"/>
                    <a:pt x="181575680" y="51786820"/>
                  </a:cubicBezTo>
                  <a:cubicBezTo>
                    <a:pt x="167622064" y="47792672"/>
                    <a:pt x="167613008" y="47790956"/>
                    <a:pt x="167603968" y="47789148"/>
                  </a:cubicBezTo>
                  <a:cubicBezTo>
                    <a:pt x="153663952" y="43758044"/>
                    <a:pt x="153656144" y="43720516"/>
                    <a:pt x="153651200" y="43682228"/>
                  </a:cubicBezTo>
                  <a:cubicBezTo>
                    <a:pt x="139704512" y="39673312"/>
                    <a:pt x="139703664" y="39656644"/>
                    <a:pt x="139701008" y="39640164"/>
                  </a:cubicBezTo>
                  <a:cubicBezTo>
                    <a:pt x="125756416" y="35647828"/>
                    <a:pt x="125743264" y="35605540"/>
                    <a:pt x="125758712" y="35617444"/>
                  </a:cubicBezTo>
                  <a:cubicBezTo>
                    <a:pt x="111806312" y="31619106"/>
                    <a:pt x="111736584" y="31653398"/>
                    <a:pt x="111723160" y="31657872"/>
                  </a:cubicBezTo>
                  <a:cubicBezTo>
                    <a:pt x="97740664" y="27678014"/>
                    <a:pt x="97702560" y="27689822"/>
                    <a:pt x="97664840" y="27702680"/>
                  </a:cubicBezTo>
                  <a:cubicBezTo>
                    <a:pt x="83687112" y="23721778"/>
                    <a:pt x="83653872" y="23732728"/>
                    <a:pt x="83620624" y="23743686"/>
                  </a:cubicBezTo>
                  <a:cubicBezTo>
                    <a:pt x="69665088" y="19754878"/>
                    <a:pt x="69643376" y="19758496"/>
                    <a:pt x="69633664" y="19765258"/>
                  </a:cubicBezTo>
                  <a:cubicBezTo>
                    <a:pt x="55680140" y="15771493"/>
                    <a:pt x="55676604" y="15775400"/>
                    <a:pt x="55678612" y="15784739"/>
                  </a:cubicBezTo>
                  <a:cubicBezTo>
                    <a:pt x="41730588" y="11799261"/>
                    <a:pt x="41732524" y="11807549"/>
                    <a:pt x="41738512" y="11812219"/>
                  </a:cubicBezTo>
                  <a:cubicBezTo>
                    <a:pt x="27805558" y="7850368"/>
                    <a:pt x="27834058" y="7875036"/>
                    <a:pt x="27854298" y="7899323"/>
                  </a:cubicBezTo>
                  <a:cubicBezTo>
                    <a:pt x="13931727" y="3933853"/>
                    <a:pt x="13951744" y="3962140"/>
                    <a:pt x="13969827" y="3991766"/>
                  </a:cubicBezTo>
                  <a:cubicBezTo>
                    <a:pt x="31924" y="10009"/>
                    <a:pt x="4763" y="7525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6" name="">
              <a:extLst>
                <a:ext uri="{9BD645A2-A42D-44E5-9628-6FA4D3864A1B}">
                  <a16:creationId xmlns:a16="http://schemas.microsoft.com/office/drawing/2010/main" id="{6BD575E4-1E8C-4302-BBA9-F4DC4B029185}"/>
                </a:ext>
              </a:extLst>
            </p:cNvPr>
            <p:cNvSpPr/>
            <p:nvPr/>
          </p:nvSpPr>
          <p:spPr>
            <a:xfrm>
              <a:off x="-682609280" y="-194838208"/>
              <a:ext cx="669353408" cy="191648448"/>
            </a:xfrm>
            <a:custGeom>
              <a:avLst/>
              <a:gdLst/>
              <a:ahLst/>
              <a:cxnLst/>
              <a:rect b="b" l="0" r="r" t="0"/>
              <a:pathLst>
                <a:path h="191648448" w="669353344">
                  <a:moveTo>
                    <a:pt x="669353408" y="191648448"/>
                  </a:moveTo>
                  <a:cubicBezTo>
                    <a:pt x="655333376" y="187686512"/>
                    <a:pt x="655242176" y="187581904"/>
                    <a:pt x="655215296" y="187522864"/>
                  </a:cubicBezTo>
                  <a:cubicBezTo>
                    <a:pt x="641268096" y="183524720"/>
                    <a:pt x="641280320" y="183524528"/>
                    <a:pt x="641282496" y="183524720"/>
                  </a:cubicBezTo>
                  <a:cubicBezTo>
                    <a:pt x="627347392" y="179533520"/>
                    <a:pt x="627356864" y="179536000"/>
                    <a:pt x="627365696" y="179539600"/>
                  </a:cubicBezTo>
                  <a:cubicBezTo>
                    <a:pt x="613417152" y="175546032"/>
                    <a:pt x="613469888" y="175563184"/>
                    <a:pt x="613473408" y="175560224"/>
                  </a:cubicBezTo>
                  <a:cubicBezTo>
                    <a:pt x="599543552" y="171555408"/>
                    <a:pt x="599508544" y="171470160"/>
                    <a:pt x="599505664" y="171452640"/>
                  </a:cubicBezTo>
                  <a:cubicBezTo>
                    <a:pt x="585555392" y="167426096"/>
                    <a:pt x="585560896" y="167395248"/>
                    <a:pt x="585565952" y="167361328"/>
                  </a:cubicBezTo>
                  <a:cubicBezTo>
                    <a:pt x="571624128" y="163350896"/>
                    <a:pt x="571624576" y="163296048"/>
                    <a:pt x="571639744" y="163282608"/>
                  </a:cubicBezTo>
                  <a:cubicBezTo>
                    <a:pt x="557721152" y="159267120"/>
                    <a:pt x="557755328" y="159322544"/>
                    <a:pt x="557766016" y="159334464"/>
                  </a:cubicBezTo>
                  <a:cubicBezTo>
                    <a:pt x="543846208" y="155369936"/>
                    <a:pt x="543873344" y="155398800"/>
                    <a:pt x="543895744" y="155428432"/>
                  </a:cubicBezTo>
                  <a:cubicBezTo>
                    <a:pt x="529971328" y="151462672"/>
                    <a:pt x="529981152" y="151492752"/>
                    <a:pt x="529995104" y="151522576"/>
                  </a:cubicBezTo>
                  <a:cubicBezTo>
                    <a:pt x="516042400" y="147527472"/>
                    <a:pt x="516034304" y="147524704"/>
                    <a:pt x="516026112" y="147521952"/>
                  </a:cubicBezTo>
                  <a:cubicBezTo>
                    <a:pt x="502117472" y="143516656"/>
                    <a:pt x="502104096" y="143462368"/>
                    <a:pt x="502132640" y="143447696"/>
                  </a:cubicBezTo>
                  <a:cubicBezTo>
                    <a:pt x="488195488" y="139452880"/>
                    <a:pt x="488203808" y="139454592"/>
                    <a:pt x="488209664" y="139459744"/>
                  </a:cubicBezTo>
                  <a:cubicBezTo>
                    <a:pt x="474286368" y="135488256"/>
                    <a:pt x="474288384" y="135531024"/>
                    <a:pt x="474285536" y="135558832"/>
                  </a:cubicBezTo>
                  <a:cubicBezTo>
                    <a:pt x="460335264" y="131621944"/>
                    <a:pt x="460309760" y="131682720"/>
                    <a:pt x="460266880" y="131719384"/>
                  </a:cubicBezTo>
                  <a:cubicBezTo>
                    <a:pt x="446302624" y="127743904"/>
                    <a:pt x="446263008" y="127778472"/>
                    <a:pt x="446235264" y="127771520"/>
                  </a:cubicBezTo>
                  <a:cubicBezTo>
                    <a:pt x="432259360" y="123771272"/>
                    <a:pt x="432243744" y="123717656"/>
                    <a:pt x="432241152" y="123690976"/>
                  </a:cubicBezTo>
                  <a:cubicBezTo>
                    <a:pt x="418296032" y="119692736"/>
                    <a:pt x="418304096" y="119692168"/>
                    <a:pt x="418308320" y="119692840"/>
                  </a:cubicBezTo>
                  <a:cubicBezTo>
                    <a:pt x="404386464" y="115705352"/>
                    <a:pt x="404408192" y="115714408"/>
                    <a:pt x="404427744" y="115727072"/>
                  </a:cubicBezTo>
                  <a:lnTo>
                    <a:pt x="390461152" y="111737032"/>
                  </a:lnTo>
                  <a:cubicBezTo>
                    <a:pt x="376516000" y="107694216"/>
                    <a:pt x="376461984" y="107654304"/>
                    <a:pt x="376456672" y="107602008"/>
                  </a:cubicBezTo>
                  <a:cubicBezTo>
                    <a:pt x="362511840" y="103607104"/>
                    <a:pt x="362512864" y="103606240"/>
                    <a:pt x="362514848" y="103604824"/>
                  </a:cubicBezTo>
                  <a:cubicBezTo>
                    <a:pt x="348631520" y="99570856"/>
                    <a:pt x="348741504" y="99757272"/>
                    <a:pt x="348677952" y="99797656"/>
                  </a:cubicBezTo>
                  <a:cubicBezTo>
                    <a:pt x="334725920" y="95809992"/>
                    <a:pt x="334700896" y="95799128"/>
                    <a:pt x="334711840" y="95792184"/>
                  </a:cubicBezTo>
                  <a:cubicBezTo>
                    <a:pt x="320815616" y="91769184"/>
                    <a:pt x="320724704" y="91631256"/>
                    <a:pt x="320706208" y="91644120"/>
                  </a:cubicBezTo>
                  <a:cubicBezTo>
                    <a:pt x="306752096" y="87658456"/>
                    <a:pt x="306820480" y="87764176"/>
                    <a:pt x="306820768" y="87786464"/>
                  </a:cubicBezTo>
                  <a:cubicBezTo>
                    <a:pt x="292876320" y="83804224"/>
                    <a:pt x="292859072" y="83799184"/>
                    <a:pt x="292854240" y="83796424"/>
                  </a:cubicBezTo>
                  <a:cubicBezTo>
                    <a:pt x="278895712" y="79796272"/>
                    <a:pt x="278881216" y="79789800"/>
                    <a:pt x="278866112" y="79784560"/>
                  </a:cubicBezTo>
                  <a:cubicBezTo>
                    <a:pt x="264925440" y="75790232"/>
                    <a:pt x="264929328" y="75788328"/>
                    <a:pt x="264933264" y="75786416"/>
                  </a:cubicBezTo>
                  <a:cubicBezTo>
                    <a:pt x="250990976" y="71817608"/>
                    <a:pt x="251001232" y="71856376"/>
                    <a:pt x="251023184" y="71868664"/>
                  </a:cubicBezTo>
                  <a:lnTo>
                    <a:pt x="237059456" y="67873768"/>
                  </a:lnTo>
                  <a:cubicBezTo>
                    <a:pt x="223169552" y="63856948"/>
                    <a:pt x="223214800" y="63819332"/>
                    <a:pt x="223236528" y="63762556"/>
                  </a:cubicBezTo>
                  <a:cubicBezTo>
                    <a:pt x="209306160" y="59733072"/>
                    <a:pt x="209331376" y="59651920"/>
                    <a:pt x="209296400" y="59617440"/>
                  </a:cubicBezTo>
                  <a:cubicBezTo>
                    <a:pt x="195359088" y="55626540"/>
                    <a:pt x="195366320" y="55628052"/>
                    <a:pt x="195373456" y="55629488"/>
                  </a:cubicBezTo>
                  <a:cubicBezTo>
                    <a:pt x="181418512" y="51642484"/>
                    <a:pt x="181411824" y="51676204"/>
                    <a:pt x="181406672" y="51686492"/>
                  </a:cubicBezTo>
                  <a:cubicBezTo>
                    <a:pt x="167454640" y="47709012"/>
                    <a:pt x="167449728" y="47720736"/>
                    <a:pt x="167433200" y="47726732"/>
                  </a:cubicBezTo>
                  <a:cubicBezTo>
                    <a:pt x="153479600" y="43737636"/>
                    <a:pt x="153469488" y="43734212"/>
                    <a:pt x="153464272" y="43726112"/>
                  </a:cubicBezTo>
                  <a:cubicBezTo>
                    <a:pt x="139502624" y="39693968"/>
                    <a:pt x="139479856" y="39656908"/>
                    <a:pt x="139452176" y="39623676"/>
                  </a:cubicBezTo>
                  <a:cubicBezTo>
                    <a:pt x="125481896" y="35601044"/>
                    <a:pt x="125456744" y="35555988"/>
                    <a:pt x="125423784" y="35534464"/>
                  </a:cubicBezTo>
                  <a:lnTo>
                    <a:pt x="111498392" y="31544698"/>
                  </a:lnTo>
                  <a:cubicBezTo>
                    <a:pt x="97540472" y="27557984"/>
                    <a:pt x="97537784" y="27602370"/>
                    <a:pt x="97535704" y="27614370"/>
                  </a:cubicBezTo>
                  <a:cubicBezTo>
                    <a:pt x="83585296" y="23654426"/>
                    <a:pt x="83578008" y="23691670"/>
                    <a:pt x="83580904" y="23724522"/>
                  </a:cubicBezTo>
                  <a:cubicBezTo>
                    <a:pt x="69640328" y="19775816"/>
                    <a:pt x="69673064" y="19827162"/>
                    <a:pt x="69664880" y="19870210"/>
                  </a:cubicBezTo>
                  <a:cubicBezTo>
                    <a:pt x="55719836" y="15880165"/>
                    <a:pt x="55716860" y="15881021"/>
                    <a:pt x="55715072" y="15881599"/>
                  </a:cubicBezTo>
                  <a:cubicBezTo>
                    <a:pt x="41736692" y="11899645"/>
                    <a:pt x="41702012" y="11872317"/>
                    <a:pt x="41669196" y="11869267"/>
                  </a:cubicBezTo>
                  <a:lnTo>
                    <a:pt x="27736280" y="7871222"/>
                  </a:lnTo>
                  <a:cubicBezTo>
                    <a:pt x="13809464" y="3918031"/>
                    <a:pt x="13885217" y="4016239"/>
                    <a:pt x="13936489" y="3995570"/>
                  </a:cubicBezTo>
                  <a:cubicBezTo>
                    <a:pt x="0" y="0"/>
                    <a:pt x="24631" y="11906"/>
                    <a:pt x="13395" y="1639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7" name="">
              <a:extLst>
                <a:ext uri="{47C4FBC7-6E72-46FA-B7C9-06C9A3A523CE}">
                  <a16:creationId xmlns:a16="http://schemas.microsoft.com/office/drawing/2010/main" id="{DF2AB8B5-0046-43E9-81F6-DF0D25154F54}"/>
                </a:ext>
              </a:extLst>
            </p:cNvPr>
            <p:cNvSpPr/>
            <p:nvPr/>
          </p:nvSpPr>
          <p:spPr>
            <a:xfrm>
              <a:off x="-96615456" y="-26198330"/>
              <a:ext cx="83667480" cy="23954022"/>
            </a:xfrm>
            <a:custGeom>
              <a:avLst/>
              <a:gdLst/>
              <a:ahLst/>
              <a:cxnLst/>
              <a:rect b="b" l="0" r="r" t="0"/>
              <a:pathLst>
                <a:path h="23954022" w="83667480">
                  <a:moveTo>
                    <a:pt x="83667480" y="23954022"/>
                  </a:moveTo>
                  <a:cubicBezTo>
                    <a:pt x="69705464" y="19945396"/>
                    <a:pt x="69709848" y="19912440"/>
                    <a:pt x="69709752" y="19890722"/>
                  </a:cubicBezTo>
                  <a:cubicBezTo>
                    <a:pt x="55765172" y="15872479"/>
                    <a:pt x="55758220" y="15829805"/>
                    <a:pt x="55773364" y="15807043"/>
                  </a:cubicBezTo>
                  <a:cubicBezTo>
                    <a:pt x="41832120" y="11809656"/>
                    <a:pt x="41849644" y="11815563"/>
                    <a:pt x="41845548" y="11821753"/>
                  </a:cubicBezTo>
                  <a:cubicBezTo>
                    <a:pt x="27888968" y="7847514"/>
                    <a:pt x="27894586" y="7881898"/>
                    <a:pt x="27894298" y="7902188"/>
                  </a:cubicBezTo>
                  <a:cubicBezTo>
                    <a:pt x="13949437" y="3928518"/>
                    <a:pt x="13942953" y="3974334"/>
                    <a:pt x="13959055" y="3989384"/>
                  </a:cubicBezTo>
                  <a:cubicBezTo>
                    <a:pt x="22092" y="4190"/>
                    <a:pt x="4381" y="4095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8" name="">
              <a:extLst>
                <a:ext uri="{A69443E4-8D44-48CF-843D-9C1918556D0A}">
                  <a16:creationId xmlns:a16="http://schemas.microsoft.com/office/drawing/2010/main" id="{7BB01348-8A59-40BF-BFE5-9FE8129196BF}"/>
                </a:ext>
              </a:extLst>
            </p:cNvPr>
            <p:cNvSpPr/>
            <p:nvPr/>
          </p:nvSpPr>
          <p:spPr>
            <a:xfrm>
              <a:off x="-180248960" y="-50163024"/>
              <a:ext cx="167354608" cy="47917004"/>
            </a:xfrm>
            <a:custGeom>
              <a:avLst/>
              <a:gdLst/>
              <a:ahLst/>
              <a:cxnLst/>
              <a:rect b="b" l="0" r="r" t="0"/>
              <a:pathLst>
                <a:path h="47917000" w="167354608">
                  <a:moveTo>
                    <a:pt x="167354608" y="47917004"/>
                  </a:moveTo>
                  <a:cubicBezTo>
                    <a:pt x="153410224" y="43925524"/>
                    <a:pt x="153410400" y="43926380"/>
                    <a:pt x="153410688" y="43927236"/>
                  </a:cubicBezTo>
                  <a:cubicBezTo>
                    <a:pt x="139467632" y="39941564"/>
                    <a:pt x="139449536" y="39938804"/>
                    <a:pt x="139448016" y="39932612"/>
                  </a:cubicBezTo>
                  <a:cubicBezTo>
                    <a:pt x="125488192" y="35878652"/>
                    <a:pt x="125477144" y="35809500"/>
                    <a:pt x="125488288" y="35745872"/>
                  </a:cubicBezTo>
                  <a:cubicBezTo>
                    <a:pt x="111544760" y="31747534"/>
                    <a:pt x="111557528" y="31752296"/>
                    <a:pt x="111560000" y="31754488"/>
                  </a:cubicBezTo>
                  <a:cubicBezTo>
                    <a:pt x="97619032" y="27764626"/>
                    <a:pt x="97621408" y="27768630"/>
                    <a:pt x="97621888" y="27773010"/>
                  </a:cubicBezTo>
                  <a:cubicBezTo>
                    <a:pt x="83678928" y="23787242"/>
                    <a:pt x="83660736" y="23784576"/>
                    <a:pt x="83659208" y="23778386"/>
                  </a:cubicBezTo>
                  <a:cubicBezTo>
                    <a:pt x="69713680" y="19784238"/>
                    <a:pt x="69712720" y="19782334"/>
                    <a:pt x="69711768" y="19780428"/>
                  </a:cubicBezTo>
                  <a:cubicBezTo>
                    <a:pt x="55772624" y="15788471"/>
                    <a:pt x="55778048" y="15788757"/>
                    <a:pt x="55783476" y="15789043"/>
                  </a:cubicBezTo>
                  <a:cubicBezTo>
                    <a:pt x="41827848" y="11859572"/>
                    <a:pt x="41838900" y="11927484"/>
                    <a:pt x="41854040" y="11988539"/>
                  </a:cubicBezTo>
                  <a:lnTo>
                    <a:pt x="27891358" y="7993917"/>
                  </a:lnTo>
                  <a:cubicBezTo>
                    <a:pt x="13946591" y="4000723"/>
                    <a:pt x="13946293" y="3999863"/>
                    <a:pt x="13946107" y="3999007"/>
                  </a:cubicBezTo>
                  <a:cubicBezTo>
                    <a:pt x="0" y="0"/>
                    <a:pt x="18101" y="2763"/>
                    <a:pt x="19627" y="8958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19" name="">
              <a:extLst>
                <a:ext uri="{DA0A477B-CD85-4285-A7A7-5DBB9EB63121}">
                  <a16:creationId xmlns:a16="http://schemas.microsoft.com/office/drawing/2010/main" id="{A474A0A7-0CFA-4208-B831-A1194BB93278}"/>
                </a:ext>
              </a:extLst>
            </p:cNvPr>
            <p:cNvSpPr/>
            <p:nvPr/>
          </p:nvSpPr>
          <p:spPr>
            <a:xfrm>
              <a:off x="-124424712" y="-34175008"/>
              <a:ext cx="111556648" cy="31938698"/>
            </a:xfrm>
            <a:custGeom>
              <a:avLst/>
              <a:gdLst/>
              <a:ahLst/>
              <a:cxnLst/>
              <a:rect b="b" l="0" r="r" t="0"/>
              <a:pathLst>
                <a:path h="31938698" w="111556656">
                  <a:moveTo>
                    <a:pt x="111556648" y="31938698"/>
                  </a:moveTo>
                  <a:cubicBezTo>
                    <a:pt x="97589688" y="27885402"/>
                    <a:pt x="97572728" y="27807392"/>
                    <a:pt x="97582440" y="27742432"/>
                  </a:cubicBezTo>
                  <a:cubicBezTo>
                    <a:pt x="83638824" y="23743808"/>
                    <a:pt x="83655200" y="23748570"/>
                    <a:pt x="83655952" y="23753618"/>
                  </a:cubicBezTo>
                  <a:cubicBezTo>
                    <a:pt x="69711472" y="19762042"/>
                    <a:pt x="69711656" y="19762902"/>
                    <a:pt x="69711760" y="19763664"/>
                  </a:cubicBezTo>
                  <a:cubicBezTo>
                    <a:pt x="55768224" y="15778375"/>
                    <a:pt x="55750032" y="15775232"/>
                    <a:pt x="55749084" y="15769040"/>
                  </a:cubicBezTo>
                  <a:cubicBezTo>
                    <a:pt x="41804404" y="11775941"/>
                    <a:pt x="41804304" y="11775179"/>
                    <a:pt x="41804116" y="11774321"/>
                  </a:cubicBezTo>
                  <a:cubicBezTo>
                    <a:pt x="27865536" y="7783220"/>
                    <a:pt x="27871630" y="7784365"/>
                    <a:pt x="27877638" y="7785509"/>
                  </a:cubicBezTo>
                  <a:cubicBezTo>
                    <a:pt x="13923439" y="3857465"/>
                    <a:pt x="13940581" y="3934427"/>
                    <a:pt x="13962580" y="3994528"/>
                  </a:cubicBezTo>
                  <a:cubicBezTo>
                    <a:pt x="20194" y="8190"/>
                    <a:pt x="2186" y="600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0" name="">
              <a:extLst>
                <a:ext uri="{9A41CB98-11DB-473F-93CD-027C3D27005A}">
                  <a16:creationId xmlns:a16="http://schemas.microsoft.com/office/drawing/2010/main" id="{250E30CF-C54B-4BD3-9A5B-6A2D3F0779C5}"/>
                </a:ext>
              </a:extLst>
            </p:cNvPr>
            <p:cNvSpPr/>
            <p:nvPr/>
          </p:nvSpPr>
          <p:spPr>
            <a:xfrm>
              <a:off x="-110446432" y="-30183242"/>
              <a:ext cx="97612088" cy="27946362"/>
            </a:xfrm>
            <a:custGeom>
              <a:avLst/>
              <a:gdLst/>
              <a:ahLst/>
              <a:cxnLst/>
              <a:rect b="b" l="0" r="r" t="0"/>
              <a:pathLst>
                <a:path h="27946362" w="97612088">
                  <a:moveTo>
                    <a:pt x="97612088" y="27946362"/>
                  </a:moveTo>
                  <a:cubicBezTo>
                    <a:pt x="83658456" y="23909066"/>
                    <a:pt x="83650648" y="23863822"/>
                    <a:pt x="83646072" y="23818198"/>
                  </a:cubicBezTo>
                  <a:cubicBezTo>
                    <a:pt x="69699208" y="19803000"/>
                    <a:pt x="69687680" y="19766618"/>
                    <a:pt x="69693864" y="19744994"/>
                  </a:cubicBezTo>
                  <a:cubicBezTo>
                    <a:pt x="55751092" y="15746372"/>
                    <a:pt x="55769188" y="15751324"/>
                    <a:pt x="55767380" y="15757515"/>
                  </a:cubicBezTo>
                  <a:cubicBezTo>
                    <a:pt x="41819180" y="11777751"/>
                    <a:pt x="41826136" y="11797659"/>
                    <a:pt x="41827468" y="11810516"/>
                  </a:cubicBezTo>
                  <a:cubicBezTo>
                    <a:pt x="27884418" y="7833896"/>
                    <a:pt x="27885462" y="7849707"/>
                    <a:pt x="27887264" y="7865422"/>
                  </a:cubicBezTo>
                  <a:cubicBezTo>
                    <a:pt x="13947260" y="3913947"/>
                    <a:pt x="13954591" y="3954333"/>
                    <a:pt x="13962683" y="3994528"/>
                  </a:cubicBezTo>
                  <a:cubicBezTo>
                    <a:pt x="19431" y="9048"/>
                    <a:pt x="1246" y="619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1" name="">
              <a:extLst>
                <a:ext uri="{351C30A0-88A3-40BF-93C6-1F04CCEA4DAE}">
                  <a16:creationId xmlns:a16="http://schemas.microsoft.com/office/drawing/2010/main" id="{857E02D9-9F60-4589-8EC4-7DC77C8C4270}"/>
                </a:ext>
              </a:extLst>
            </p:cNvPr>
            <p:cNvSpPr/>
            <p:nvPr/>
          </p:nvSpPr>
          <p:spPr>
            <a:xfrm>
              <a:off x="-152260352" y="-42187684"/>
              <a:ext cx="139445808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45824">
                  <a:moveTo>
                    <a:pt x="139445808" y="39923372"/>
                  </a:moveTo>
                  <a:cubicBezTo>
                    <a:pt x="125494376" y="35900940"/>
                    <a:pt x="125489240" y="35870456"/>
                    <a:pt x="125486088" y="35839788"/>
                  </a:cubicBezTo>
                  <a:cubicBezTo>
                    <a:pt x="111538176" y="31815826"/>
                    <a:pt x="111540648" y="31784394"/>
                    <a:pt x="111534744" y="31752866"/>
                  </a:cubicBezTo>
                  <a:cubicBezTo>
                    <a:pt x="97588832" y="27753576"/>
                    <a:pt x="97606744" y="27756910"/>
                    <a:pt x="97608160" y="27762816"/>
                  </a:cubicBezTo>
                  <a:cubicBezTo>
                    <a:pt x="83663776" y="23771336"/>
                    <a:pt x="83664064" y="23772192"/>
                    <a:pt x="83664248" y="23773048"/>
                  </a:cubicBezTo>
                  <a:cubicBezTo>
                    <a:pt x="69721192" y="19787282"/>
                    <a:pt x="69703096" y="19784618"/>
                    <a:pt x="69701576" y="19778426"/>
                  </a:cubicBezTo>
                  <a:lnTo>
                    <a:pt x="55756428" y="15783516"/>
                  </a:lnTo>
                  <a:lnTo>
                    <a:pt x="41829848" y="11793464"/>
                  </a:lnTo>
                  <a:cubicBezTo>
                    <a:pt x="27891264" y="7832846"/>
                    <a:pt x="27888594" y="7863897"/>
                    <a:pt x="27892120" y="7895614"/>
                  </a:cubicBezTo>
                  <a:cubicBezTo>
                    <a:pt x="13950776" y="3934041"/>
                    <a:pt x="13955827" y="3964521"/>
                    <a:pt x="13962683" y="3994621"/>
                  </a:cubicBezTo>
                  <a:cubicBezTo>
                    <a:pt x="19627" y="8953"/>
                    <a:pt x="1432" y="619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2" name="">
              <a:extLst>
                <a:ext uri="{28B596A2-0E82-413F-8CA5-09337E21439D}">
                  <a16:creationId xmlns:a16="http://schemas.microsoft.com/office/drawing/2010/main" id="{FB1026A6-9892-4ACE-9919-2C5205809C3C}"/>
                </a:ext>
              </a:extLst>
            </p:cNvPr>
            <p:cNvSpPr/>
            <p:nvPr/>
          </p:nvSpPr>
          <p:spPr>
            <a:xfrm>
              <a:off x="-166496496" y="-46531488"/>
              <a:ext cx="153410032" cy="43924564"/>
            </a:xfrm>
            <a:custGeom>
              <a:avLst/>
              <a:gdLst/>
              <a:ahLst/>
              <a:cxnLst/>
              <a:rect b="b" l="0" r="r" t="0"/>
              <a:pathLst>
                <a:path h="43924564" w="153410016">
                  <a:moveTo>
                    <a:pt x="153410032" y="43924564"/>
                  </a:moveTo>
                  <a:cubicBezTo>
                    <a:pt x="139465728" y="39933084"/>
                    <a:pt x="139465920" y="39933944"/>
                    <a:pt x="139466112" y="39934800"/>
                  </a:cubicBezTo>
                  <a:lnTo>
                    <a:pt x="125503424" y="35940176"/>
                  </a:lnTo>
                  <a:cubicBezTo>
                    <a:pt x="111550944" y="31913550"/>
                    <a:pt x="111559704" y="31879070"/>
                    <a:pt x="111557320" y="31844398"/>
                  </a:cubicBezTo>
                  <a:cubicBezTo>
                    <a:pt x="97612552" y="27850728"/>
                    <a:pt x="97613216" y="27849298"/>
                    <a:pt x="97614552" y="27848824"/>
                  </a:cubicBezTo>
                  <a:cubicBezTo>
                    <a:pt x="83670920" y="23856008"/>
                    <a:pt x="83671880" y="23855630"/>
                    <a:pt x="83672824" y="23855152"/>
                  </a:cubicBezTo>
                  <a:cubicBezTo>
                    <a:pt x="69733480" y="19860338"/>
                    <a:pt x="69750056" y="19868054"/>
                    <a:pt x="69742632" y="19871578"/>
                  </a:cubicBezTo>
                  <a:cubicBezTo>
                    <a:pt x="55795852" y="15880193"/>
                    <a:pt x="55796428" y="15919435"/>
                    <a:pt x="55796228" y="15923056"/>
                  </a:cubicBezTo>
                  <a:cubicBezTo>
                    <a:pt x="41849556" y="11949959"/>
                    <a:pt x="41850412" y="11969391"/>
                    <a:pt x="41854032" y="11988440"/>
                  </a:cubicBezTo>
                  <a:cubicBezTo>
                    <a:pt x="27910976" y="8002770"/>
                    <a:pt x="27892874" y="7999912"/>
                    <a:pt x="27891350" y="7993817"/>
                  </a:cubicBezTo>
                  <a:lnTo>
                    <a:pt x="13946200" y="3998909"/>
                  </a:lnTo>
                  <a:cubicBezTo>
                    <a:pt x="0" y="0"/>
                    <a:pt x="18194" y="2665"/>
                    <a:pt x="19627" y="886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3" name="">
              <a:extLst>
                <a:ext uri="{CD6A2134-15BB-4A05-9614-CB49009A317B}">
                  <a16:creationId xmlns:a16="http://schemas.microsoft.com/office/drawing/2010/main" id="{5ADE1E64-7C5F-4F60-94CE-E7373AED28E9}"/>
                </a:ext>
              </a:extLst>
            </p:cNvPr>
            <p:cNvSpPr/>
            <p:nvPr/>
          </p:nvSpPr>
          <p:spPr>
            <a:xfrm>
              <a:off x="-152506096" y="-42510012"/>
              <a:ext cx="139445808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45808">
                  <a:moveTo>
                    <a:pt x="139445808" y="39923372"/>
                  </a:moveTo>
                  <a:cubicBezTo>
                    <a:pt x="125485024" y="35914084"/>
                    <a:pt x="125486464" y="35890364"/>
                    <a:pt x="125484088" y="35868360"/>
                  </a:cubicBezTo>
                  <a:cubicBezTo>
                    <a:pt x="111535592" y="31840686"/>
                    <a:pt x="111527016" y="31806872"/>
                    <a:pt x="111534744" y="31771344"/>
                  </a:cubicBezTo>
                  <a:cubicBezTo>
                    <a:pt x="97591496" y="27772816"/>
                    <a:pt x="97607400" y="27777482"/>
                    <a:pt x="97608256" y="27782534"/>
                  </a:cubicBezTo>
                  <a:cubicBezTo>
                    <a:pt x="83663672" y="23790958"/>
                    <a:pt x="83663864" y="23791816"/>
                    <a:pt x="83664048" y="23792576"/>
                  </a:cubicBezTo>
                  <a:cubicBezTo>
                    <a:pt x="69720520" y="19807286"/>
                    <a:pt x="69702320" y="19804144"/>
                    <a:pt x="69701376" y="19798048"/>
                  </a:cubicBezTo>
                  <a:cubicBezTo>
                    <a:pt x="55756608" y="15804852"/>
                    <a:pt x="55756500" y="15804091"/>
                    <a:pt x="55756412" y="15803328"/>
                  </a:cubicBezTo>
                  <a:cubicBezTo>
                    <a:pt x="41817828" y="11812135"/>
                    <a:pt x="41823828" y="11813276"/>
                    <a:pt x="41829932" y="11814516"/>
                  </a:cubicBezTo>
                  <a:cubicBezTo>
                    <a:pt x="27878586" y="7853230"/>
                    <a:pt x="27884586" y="7882568"/>
                    <a:pt x="27888680" y="7913429"/>
                  </a:cubicBezTo>
                  <a:cubicBezTo>
                    <a:pt x="13946767" y="3941855"/>
                    <a:pt x="13943531" y="3973097"/>
                    <a:pt x="13959055" y="3989384"/>
                  </a:cubicBezTo>
                  <a:cubicBezTo>
                    <a:pt x="21803" y="4669"/>
                    <a:pt x="4186" y="4381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4" name="">
              <a:extLst>
                <a:ext uri="{DDFB3A1D-E3E3-42F4-A766-D339CA19590B}">
                  <a16:creationId xmlns:a16="http://schemas.microsoft.com/office/drawing/2010/main" id="{FBA0E035-78DD-483C-9B1F-61E6D6FC33EE}"/>
                </a:ext>
              </a:extLst>
            </p:cNvPr>
            <p:cNvSpPr/>
            <p:nvPr/>
          </p:nvSpPr>
          <p:spPr>
            <a:xfrm>
              <a:off x="-152487536" y="-42507536"/>
              <a:ext cx="139445936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45936">
                  <a:moveTo>
                    <a:pt x="139445936" y="39923372"/>
                  </a:moveTo>
                  <a:cubicBezTo>
                    <a:pt x="125501632" y="35897604"/>
                    <a:pt x="125499912" y="35864268"/>
                    <a:pt x="125502296" y="35830836"/>
                  </a:cubicBezTo>
                  <a:cubicBezTo>
                    <a:pt x="111559904" y="31806970"/>
                    <a:pt x="111553816" y="31773442"/>
                    <a:pt x="111561624" y="31742678"/>
                  </a:cubicBezTo>
                  <a:cubicBezTo>
                    <a:pt x="97618656" y="27744054"/>
                    <a:pt x="97632360" y="27749006"/>
                    <a:pt x="97634464" y="27752624"/>
                  </a:cubicBezTo>
                  <a:lnTo>
                    <a:pt x="83691320" y="23762574"/>
                  </a:lnTo>
                  <a:cubicBezTo>
                    <a:pt x="69751024" y="19777474"/>
                    <a:pt x="69732920" y="19775760"/>
                    <a:pt x="69729872" y="19770616"/>
                  </a:cubicBezTo>
                  <a:lnTo>
                    <a:pt x="55783860" y="15775993"/>
                  </a:lnTo>
                  <a:cubicBezTo>
                    <a:pt x="41845188" y="11784323"/>
                    <a:pt x="41851000" y="11785083"/>
                    <a:pt x="41856804" y="11785845"/>
                  </a:cubicBezTo>
                  <a:cubicBezTo>
                    <a:pt x="27904696" y="7822942"/>
                    <a:pt x="27910408" y="7858565"/>
                    <a:pt x="27908314" y="7889330"/>
                  </a:cubicBezTo>
                  <a:cubicBezTo>
                    <a:pt x="13961352" y="3930330"/>
                    <a:pt x="13963064" y="3963763"/>
                    <a:pt x="13962683" y="3997196"/>
                  </a:cubicBezTo>
                  <a:cubicBezTo>
                    <a:pt x="18101" y="10478"/>
                    <a:pt x="0" y="7051"/>
                    <a:pt x="102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5" name="">
              <a:extLst>
                <a:ext uri="{FE33BA28-D34B-4E73-AADE-2ECC2A7D9E95}">
                  <a16:creationId xmlns:a16="http://schemas.microsoft.com/office/drawing/2010/main" id="{F37E7E88-4327-4F47-A877-51A9B62A32CA}"/>
                </a:ext>
              </a:extLst>
            </p:cNvPr>
            <p:cNvSpPr/>
            <p:nvPr/>
          </p:nvSpPr>
          <p:spPr>
            <a:xfrm>
              <a:off x="-124557400" y="-34523812"/>
              <a:ext cx="111556648" cy="31938696"/>
            </a:xfrm>
            <a:custGeom>
              <a:avLst/>
              <a:gdLst/>
              <a:ahLst/>
              <a:cxnLst/>
              <a:rect b="b" l="0" r="r" t="0"/>
              <a:pathLst>
                <a:path h="31938698" w="111556656">
                  <a:moveTo>
                    <a:pt x="111556648" y="31938696"/>
                  </a:moveTo>
                  <a:cubicBezTo>
                    <a:pt x="97600448" y="27876542"/>
                    <a:pt x="97599976" y="27805392"/>
                    <a:pt x="97610920" y="27735478"/>
                  </a:cubicBezTo>
                  <a:cubicBezTo>
                    <a:pt x="83667400" y="23736758"/>
                    <a:pt x="83683392" y="23741806"/>
                    <a:pt x="83684448" y="23746664"/>
                  </a:cubicBezTo>
                  <a:cubicBezTo>
                    <a:pt x="69740336" y="19756326"/>
                    <a:pt x="69740720" y="19758424"/>
                    <a:pt x="69741096" y="19760424"/>
                  </a:cubicBezTo>
                  <a:cubicBezTo>
                    <a:pt x="55797948" y="15774849"/>
                    <a:pt x="55779760" y="15771993"/>
                    <a:pt x="55778516" y="15765800"/>
                  </a:cubicBezTo>
                  <a:cubicBezTo>
                    <a:pt x="41833464" y="11771463"/>
                    <a:pt x="41833076" y="11769463"/>
                    <a:pt x="41832600" y="11767368"/>
                  </a:cubicBezTo>
                  <a:cubicBezTo>
                    <a:pt x="27894112" y="7776268"/>
                    <a:pt x="27900112" y="7777412"/>
                    <a:pt x="27906120" y="7778649"/>
                  </a:cubicBezTo>
                  <a:cubicBezTo>
                    <a:pt x="13950581" y="3855367"/>
                    <a:pt x="13951065" y="3925660"/>
                    <a:pt x="13962683" y="3994624"/>
                  </a:cubicBezTo>
                  <a:cubicBezTo>
                    <a:pt x="19338" y="9144"/>
                    <a:pt x="1144" y="619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6" name="">
              <a:extLst>
                <a:ext uri="{55A9D30C-1557-417A-BA93-2ED082DB73EE}">
                  <a16:creationId xmlns:a16="http://schemas.microsoft.com/office/drawing/2010/main" id="{2E37A4A7-B8AC-4BF0-BCC6-D347FA28906A}"/>
                </a:ext>
              </a:extLst>
            </p:cNvPr>
            <p:cNvSpPr/>
            <p:nvPr/>
          </p:nvSpPr>
          <p:spPr>
            <a:xfrm>
              <a:off x="-110572920" y="-30522232"/>
              <a:ext cx="97612072" cy="27946360"/>
            </a:xfrm>
            <a:custGeom>
              <a:avLst/>
              <a:gdLst/>
              <a:ahLst/>
              <a:cxnLst/>
              <a:rect b="b" l="0" r="r" t="0"/>
              <a:pathLst>
                <a:path h="27946358" w="97612080">
                  <a:moveTo>
                    <a:pt x="97612072" y="27946360"/>
                  </a:moveTo>
                  <a:cubicBezTo>
                    <a:pt x="83666264" y="23883440"/>
                    <a:pt x="83655112" y="23814954"/>
                    <a:pt x="83659688" y="23744280"/>
                  </a:cubicBezTo>
                  <a:cubicBezTo>
                    <a:pt x="69715392" y="19751088"/>
                    <a:pt x="69716056" y="19750326"/>
                    <a:pt x="69716912" y="19749942"/>
                  </a:cubicBezTo>
                  <a:cubicBezTo>
                    <a:pt x="55773284" y="15757224"/>
                    <a:pt x="55774140" y="15756749"/>
                    <a:pt x="55775092" y="15756368"/>
                  </a:cubicBezTo>
                  <a:cubicBezTo>
                    <a:pt x="41835748" y="11761459"/>
                    <a:pt x="41852324" y="11769175"/>
                    <a:pt x="41844892" y="11772700"/>
                  </a:cubicBezTo>
                  <a:cubicBezTo>
                    <a:pt x="27887070" y="7786650"/>
                    <a:pt x="27898502" y="7870564"/>
                    <a:pt x="27899358" y="7881233"/>
                  </a:cubicBezTo>
                  <a:cubicBezTo>
                    <a:pt x="13957725" y="3924233"/>
                    <a:pt x="13962013" y="3959189"/>
                    <a:pt x="13962683" y="3994624"/>
                  </a:cubicBezTo>
                  <a:cubicBezTo>
                    <a:pt x="18101" y="9716"/>
                    <a:pt x="102" y="6000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7" name="">
              <a:extLst>
                <a:ext uri="{0D5F92EB-3CEE-4E35-B5D1-C5E1881580CF}">
                  <a16:creationId xmlns:a16="http://schemas.microsoft.com/office/drawing/2010/main" id="{6F199881-4586-47B7-8BBD-034CE5A42AD5}"/>
                </a:ext>
              </a:extLst>
            </p:cNvPr>
            <p:cNvSpPr/>
            <p:nvPr/>
          </p:nvSpPr>
          <p:spPr>
            <a:xfrm>
              <a:off x="-68705064" y="-18575990"/>
              <a:ext cx="55778324" cy="15969348"/>
            </a:xfrm>
            <a:custGeom>
              <a:avLst/>
              <a:gdLst/>
              <a:ahLst/>
              <a:cxnLst/>
              <a:rect b="b" l="0" r="r" t="0"/>
              <a:pathLst>
                <a:path h="15969349" w="55778328">
                  <a:moveTo>
                    <a:pt x="55778324" y="15969348"/>
                  </a:moveTo>
                  <a:cubicBezTo>
                    <a:pt x="41830700" y="11925481"/>
                    <a:pt x="41834508" y="11871476"/>
                    <a:pt x="41826316" y="11820516"/>
                  </a:cubicBezTo>
                  <a:cubicBezTo>
                    <a:pt x="27880592" y="7821226"/>
                    <a:pt x="27898786" y="7824274"/>
                    <a:pt x="27899832" y="7830466"/>
                  </a:cubicBezTo>
                  <a:cubicBezTo>
                    <a:pt x="13963441" y="3888991"/>
                    <a:pt x="13959632" y="3943094"/>
                    <a:pt x="13962585" y="3994624"/>
                  </a:cubicBezTo>
                  <a:cubicBezTo>
                    <a:pt x="18478" y="9620"/>
                    <a:pt x="288" y="6097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8" name="">
              <a:extLst>
                <a:ext uri="{57C0D5D2-0F30-4FAA-8212-5E69BD5987EF}">
                  <a16:creationId xmlns:a16="http://schemas.microsoft.com/office/drawing/2010/main" id="{141967E6-7DD1-4949-B505-033313ECB5F5}"/>
                </a:ext>
              </a:extLst>
            </p:cNvPr>
            <p:cNvSpPr/>
            <p:nvPr/>
          </p:nvSpPr>
          <p:spPr>
            <a:xfrm>
              <a:off x="-152285776" y="-41902316"/>
              <a:ext cx="139450480" cy="39923372"/>
            </a:xfrm>
            <a:custGeom>
              <a:avLst/>
              <a:gdLst/>
              <a:ahLst/>
              <a:cxnLst/>
              <a:rect b="b" l="0" r="r" t="0"/>
              <a:pathLst>
                <a:path h="39923372" w="139450480">
                  <a:moveTo>
                    <a:pt x="139450480" y="39923372"/>
                  </a:moveTo>
                  <a:cubicBezTo>
                    <a:pt x="125532952" y="35899988"/>
                    <a:pt x="125565816" y="35874556"/>
                    <a:pt x="125602680" y="35856172"/>
                  </a:cubicBezTo>
                  <a:cubicBezTo>
                    <a:pt x="111686200" y="31850974"/>
                    <a:pt x="111719064" y="31848784"/>
                    <a:pt x="111745344" y="31833544"/>
                  </a:cubicBezTo>
                  <a:cubicBezTo>
                    <a:pt x="97805720" y="27839586"/>
                    <a:pt x="97811240" y="27840634"/>
                    <a:pt x="97815240" y="27844066"/>
                  </a:cubicBezTo>
                  <a:cubicBezTo>
                    <a:pt x="83871904" y="23852776"/>
                    <a:pt x="83873232" y="23853728"/>
                    <a:pt x="83874568" y="23854776"/>
                  </a:cubicBezTo>
                  <a:cubicBezTo>
                    <a:pt x="69937992" y="19868726"/>
                    <a:pt x="69920072" y="19869010"/>
                    <a:pt x="69915416" y="19865392"/>
                  </a:cubicBezTo>
                  <a:cubicBezTo>
                    <a:pt x="55969600" y="15872101"/>
                    <a:pt x="55968268" y="15871055"/>
                    <a:pt x="55966928" y="15870005"/>
                  </a:cubicBezTo>
                  <a:cubicBezTo>
                    <a:pt x="42027204" y="11878621"/>
                    <a:pt x="42032060" y="11879572"/>
                    <a:pt x="42036820" y="11880621"/>
                  </a:cubicBezTo>
                  <a:cubicBezTo>
                    <a:pt x="28067376" y="7902667"/>
                    <a:pt x="28037282" y="7904572"/>
                    <a:pt x="28010514" y="7916096"/>
                  </a:cubicBezTo>
                  <a:cubicBezTo>
                    <a:pt x="14026400" y="3940904"/>
                    <a:pt x="13995351" y="3968335"/>
                    <a:pt x="13966012" y="3999386"/>
                  </a:cubicBezTo>
                  <a:cubicBezTo>
                    <a:pt x="17143" y="11623"/>
                    <a:pt x="0" y="5051"/>
                    <a:pt x="4669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29" name="">
              <a:extLst>
                <a:ext uri="{9684BDE3-B72F-437D-A369-9A558A055387}">
                  <a16:creationId xmlns:a16="http://schemas.microsoft.com/office/drawing/2010/main" id="{1FA28469-5CF8-4A9F-906D-B47EE92EA7A0}"/>
                </a:ext>
              </a:extLst>
            </p:cNvPr>
            <p:cNvSpPr/>
            <p:nvPr/>
          </p:nvSpPr>
          <p:spPr>
            <a:xfrm>
              <a:off x="-2147483648" y="-932152832"/>
              <a:ext cx="2147483647" cy="930216448"/>
            </a:xfrm>
            <a:custGeom>
              <a:avLst/>
              <a:gdLst/>
              <a:ahLst/>
              <a:cxnLst/>
              <a:rect b="b" l="0" r="r" t="0"/>
              <a:pathLst>
                <a:path h="930216448" w="2147483647">
                  <a:moveTo>
                    <a:pt x="2147483647" y="930216448"/>
                  </a:moveTo>
                  <a:cubicBezTo>
                    <a:pt x="2147483647" y="926219328"/>
                    <a:pt x="2147483647" y="926210816"/>
                    <a:pt x="2147483647" y="926199872"/>
                  </a:cubicBezTo>
                  <a:cubicBezTo>
                    <a:pt x="2147483647" y="922207552"/>
                    <a:pt x="2147483647" y="922207424"/>
                    <a:pt x="2147483647" y="922207296"/>
                  </a:cubicBezTo>
                  <a:cubicBezTo>
                    <a:pt x="2147483647" y="918226624"/>
                    <a:pt x="2147483647" y="918237760"/>
                    <a:pt x="2147483647" y="918248192"/>
                  </a:cubicBezTo>
                  <a:cubicBezTo>
                    <a:pt x="2147483647" y="914261312"/>
                    <a:pt x="2147483647" y="914259520"/>
                    <a:pt x="2147483647" y="914257216"/>
                  </a:cubicBezTo>
                  <a:cubicBezTo>
                    <a:pt x="2147483647" y="910253248"/>
                    <a:pt x="2147483647" y="910240960"/>
                    <a:pt x="2147483647" y="910227904"/>
                  </a:cubicBezTo>
                  <a:cubicBezTo>
                    <a:pt x="2147483647" y="906235392"/>
                    <a:pt x="2147483647" y="906235392"/>
                    <a:pt x="2147483647" y="906235328"/>
                  </a:cubicBezTo>
                  <a:cubicBezTo>
                    <a:pt x="2147483647" y="902251584"/>
                    <a:pt x="2147483647" y="902258880"/>
                    <a:pt x="2147483647" y="902264128"/>
                  </a:cubicBezTo>
                  <a:cubicBezTo>
                    <a:pt x="2147483647" y="898272256"/>
                    <a:pt x="2147483647" y="898272576"/>
                    <a:pt x="2147483647" y="898273024"/>
                  </a:cubicBezTo>
                  <a:cubicBezTo>
                    <a:pt x="2147483647" y="894273280"/>
                    <a:pt x="2147483647" y="894266112"/>
                    <a:pt x="2147483647" y="894260416"/>
                  </a:cubicBezTo>
                  <a:cubicBezTo>
                    <a:pt x="2147483647" y="890261248"/>
                    <a:pt x="2147483647" y="890265088"/>
                    <a:pt x="2147483647" y="890266688"/>
                  </a:cubicBezTo>
                  <a:cubicBezTo>
                    <a:pt x="2147483647" y="886282432"/>
                    <a:pt x="2147483647" y="886294976"/>
                    <a:pt x="2147483647" y="886302720"/>
                  </a:cubicBezTo>
                  <a:cubicBezTo>
                    <a:pt x="2147483647" y="882310592"/>
                    <a:pt x="2147483647" y="882310592"/>
                    <a:pt x="2147483647" y="882310720"/>
                  </a:cubicBezTo>
                  <a:cubicBezTo>
                    <a:pt x="2147483647" y="878304064"/>
                    <a:pt x="2147483647" y="878290368"/>
                    <a:pt x="2147483647" y="878277568"/>
                  </a:cubicBezTo>
                  <a:cubicBezTo>
                    <a:pt x="2147483647" y="874278720"/>
                    <a:pt x="2147483647" y="874281920"/>
                    <a:pt x="2147483647" y="874284992"/>
                  </a:cubicBezTo>
                  <a:cubicBezTo>
                    <a:pt x="2147483647" y="870310400"/>
                    <a:pt x="2147483647" y="870331968"/>
                    <a:pt x="2147483647" y="870349312"/>
                  </a:cubicBezTo>
                  <a:cubicBezTo>
                    <a:pt x="2147483647" y="866356800"/>
                    <a:pt x="2147483647" y="866356416"/>
                    <a:pt x="2147483647" y="866356224"/>
                  </a:cubicBezTo>
                  <a:cubicBezTo>
                    <a:pt x="2147483647" y="862347200"/>
                    <a:pt x="2147483647" y="862335744"/>
                    <a:pt x="2147483647" y="862321088"/>
                  </a:cubicBezTo>
                  <a:cubicBezTo>
                    <a:pt x="2147483647" y="858314688"/>
                    <a:pt x="2147483647" y="858299200"/>
                    <a:pt x="2147483647" y="858286912"/>
                  </a:cubicBezTo>
                  <a:cubicBezTo>
                    <a:pt x="2147483647" y="854294592"/>
                    <a:pt x="2147483647" y="854294464"/>
                    <a:pt x="2147483647" y="854294336"/>
                  </a:cubicBezTo>
                  <a:cubicBezTo>
                    <a:pt x="2147483647" y="850320896"/>
                    <a:pt x="2147483647" y="850339392"/>
                    <a:pt x="2147483647" y="850358464"/>
                  </a:cubicBezTo>
                  <a:cubicBezTo>
                    <a:pt x="2147483647" y="846380288"/>
                    <a:pt x="2147483647" y="846403520"/>
                    <a:pt x="2147483647" y="846415360"/>
                  </a:cubicBezTo>
                  <a:cubicBezTo>
                    <a:pt x="2147483647" y="842422848"/>
                    <a:pt x="2147483647" y="842422464"/>
                    <a:pt x="2147483647" y="842422272"/>
                  </a:cubicBezTo>
                  <a:cubicBezTo>
                    <a:pt x="2147483647" y="838389760"/>
                    <a:pt x="2147483647" y="838356288"/>
                    <a:pt x="2147483647" y="838318528"/>
                  </a:cubicBezTo>
                  <a:cubicBezTo>
                    <a:pt x="2147483647" y="834325056"/>
                    <a:pt x="2147483647" y="834323904"/>
                    <a:pt x="2147483647" y="834323456"/>
                  </a:cubicBezTo>
                  <a:cubicBezTo>
                    <a:pt x="2147483647" y="830318272"/>
                    <a:pt x="2147483647" y="830420480"/>
                    <a:pt x="2147483647" y="830433856"/>
                  </a:cubicBezTo>
                  <a:cubicBezTo>
                    <a:pt x="2147483647" y="826441216"/>
                    <a:pt x="2147483647" y="826440960"/>
                    <a:pt x="2147483647" y="826440768"/>
                  </a:cubicBezTo>
                  <a:cubicBezTo>
                    <a:pt x="2147483647" y="822412544"/>
                    <a:pt x="2147483647" y="822382592"/>
                    <a:pt x="2147483647" y="822347008"/>
                  </a:cubicBezTo>
                  <a:cubicBezTo>
                    <a:pt x="2147483647" y="818348288"/>
                    <a:pt x="2147483647" y="818352576"/>
                    <a:pt x="2147483647" y="818355392"/>
                  </a:cubicBezTo>
                  <a:cubicBezTo>
                    <a:pt x="2147483647" y="814392000"/>
                    <a:pt x="2147483647" y="814427072"/>
                    <a:pt x="2147483647" y="814456768"/>
                  </a:cubicBezTo>
                  <a:cubicBezTo>
                    <a:pt x="2147483647" y="810464256"/>
                    <a:pt x="2147483647" y="810464000"/>
                    <a:pt x="2147483647" y="810463744"/>
                  </a:cubicBezTo>
                  <a:cubicBezTo>
                    <a:pt x="2147483647" y="806450432"/>
                    <a:pt x="2147483647" y="806430272"/>
                    <a:pt x="2147483647" y="806409408"/>
                  </a:cubicBezTo>
                  <a:lnTo>
                    <a:pt x="2147483647" y="802419008"/>
                  </a:lnTo>
                  <a:cubicBezTo>
                    <a:pt x="2147483647" y="798441024"/>
                    <a:pt x="2147483647" y="798495168"/>
                    <a:pt x="2147483647" y="798490880"/>
                  </a:cubicBezTo>
                  <a:cubicBezTo>
                    <a:pt x="2147483647" y="794497088"/>
                    <a:pt x="2147483647" y="794483520"/>
                    <a:pt x="2147483647" y="794475200"/>
                  </a:cubicBezTo>
                  <a:cubicBezTo>
                    <a:pt x="2147483647" y="790465088"/>
                    <a:pt x="2147483647" y="790443968"/>
                    <a:pt x="2147483647" y="790424896"/>
                  </a:cubicBezTo>
                  <a:cubicBezTo>
                    <a:pt x="2147483647" y="786432512"/>
                    <a:pt x="2147483647" y="786432320"/>
                    <a:pt x="2147483647" y="786432256"/>
                  </a:cubicBezTo>
                  <a:cubicBezTo>
                    <a:pt x="2147483647" y="782452992"/>
                    <a:pt x="2147483647" y="782470400"/>
                    <a:pt x="2147483647" y="782485184"/>
                  </a:cubicBezTo>
                  <a:cubicBezTo>
                    <a:pt x="2147483647" y="778500928"/>
                    <a:pt x="2147483647" y="778503936"/>
                    <a:pt x="2147483647" y="778499328"/>
                  </a:cubicBezTo>
                  <a:cubicBezTo>
                    <a:pt x="2147483647" y="774484736"/>
                    <a:pt x="2147483647" y="774432576"/>
                    <a:pt x="2147483647" y="774422784"/>
                  </a:cubicBezTo>
                  <a:cubicBezTo>
                    <a:pt x="2147483647" y="770432576"/>
                    <a:pt x="2147483647" y="770434816"/>
                    <a:pt x="2147483647" y="770436928"/>
                  </a:cubicBezTo>
                  <a:cubicBezTo>
                    <a:pt x="2147483647" y="766460224"/>
                    <a:pt x="2147483647" y="766489664"/>
                    <a:pt x="2147483647" y="766496320"/>
                  </a:cubicBezTo>
                  <a:cubicBezTo>
                    <a:pt x="2147483647" y="762504704"/>
                    <a:pt x="2147483647" y="762503168"/>
                    <a:pt x="2147483647" y="762499008"/>
                  </a:cubicBezTo>
                  <a:cubicBezTo>
                    <a:pt x="2147483647" y="758487232"/>
                    <a:pt x="2147483647" y="758466560"/>
                    <a:pt x="2147483647" y="758483008"/>
                  </a:cubicBezTo>
                  <a:cubicBezTo>
                    <a:pt x="2147483647" y="754509056"/>
                    <a:pt x="2147483647" y="754526400"/>
                    <a:pt x="2147483647" y="754527168"/>
                  </a:cubicBezTo>
                  <a:cubicBezTo>
                    <a:pt x="2147483647" y="750534912"/>
                    <a:pt x="2147483647" y="750533568"/>
                    <a:pt x="2147483647" y="750530752"/>
                  </a:cubicBezTo>
                  <a:cubicBezTo>
                    <a:pt x="2147483647" y="746512320"/>
                    <a:pt x="2147483647" y="746498368"/>
                    <a:pt x="2147483647" y="746496064"/>
                  </a:cubicBezTo>
                  <a:cubicBezTo>
                    <a:pt x="2147483647" y="742503424"/>
                    <a:pt x="2147483647" y="742504384"/>
                    <a:pt x="2147483647" y="742508800"/>
                  </a:cubicBezTo>
                  <a:cubicBezTo>
                    <a:pt x="2147483647" y="738547776"/>
                    <a:pt x="2147483647" y="738549952"/>
                    <a:pt x="2147483647" y="738496768"/>
                  </a:cubicBezTo>
                  <a:cubicBezTo>
                    <a:pt x="2147483647" y="734494784"/>
                    <a:pt x="2147483647" y="734480896"/>
                    <a:pt x="2147483647" y="734496768"/>
                  </a:cubicBezTo>
                  <a:cubicBezTo>
                    <a:pt x="2147483647" y="730521664"/>
                    <a:pt x="2147483647" y="730568960"/>
                    <a:pt x="2147483647" y="730574016"/>
                  </a:cubicBezTo>
                  <a:cubicBezTo>
                    <a:pt x="2147483647" y="726587584"/>
                    <a:pt x="2147483647" y="726570496"/>
                    <a:pt x="2147483647" y="726555136"/>
                  </a:cubicBezTo>
                  <a:cubicBezTo>
                    <a:pt x="2147483647" y="722540736"/>
                    <a:pt x="2147483647" y="722505792"/>
                    <a:pt x="2147483647" y="722511616"/>
                  </a:cubicBezTo>
                  <a:cubicBezTo>
                    <a:pt x="2147483647" y="718528064"/>
                    <a:pt x="2147483647" y="718604032"/>
                    <a:pt x="2147483647" y="718568000"/>
                  </a:cubicBezTo>
                  <a:cubicBezTo>
                    <a:pt x="2147483647" y="714560320"/>
                    <a:pt x="2147483647" y="714530240"/>
                    <a:pt x="2147483647" y="714535744"/>
                  </a:cubicBezTo>
                  <a:cubicBezTo>
                    <a:pt x="2147483647" y="710550848"/>
                    <a:pt x="2147483647" y="710602112"/>
                    <a:pt x="2147483647" y="710621248"/>
                  </a:cubicBezTo>
                  <a:cubicBezTo>
                    <a:pt x="2147483647" y="706632384"/>
                    <a:pt x="2147483647" y="706631168"/>
                    <a:pt x="2147483647" y="706629952"/>
                  </a:cubicBezTo>
                  <a:cubicBezTo>
                    <a:pt x="2147483647" y="702629184"/>
                    <a:pt x="2147483647" y="702575040"/>
                    <a:pt x="2147483647" y="702568000"/>
                  </a:cubicBezTo>
                  <a:cubicBezTo>
                    <a:pt x="2147483647" y="698574144"/>
                    <a:pt x="2147483647" y="698575488"/>
                    <a:pt x="2147483647" y="698579008"/>
                  </a:cubicBezTo>
                  <a:cubicBezTo>
                    <a:pt x="2147483647" y="694609856"/>
                    <a:pt x="2147483647" y="694637568"/>
                    <a:pt x="2147483647" y="694664192"/>
                  </a:cubicBezTo>
                  <a:cubicBezTo>
                    <a:pt x="2147483647" y="690676800"/>
                    <a:pt x="2147483647" y="690673344"/>
                    <a:pt x="2147483647" y="690668992"/>
                  </a:cubicBezTo>
                  <a:cubicBezTo>
                    <a:pt x="2147483647" y="686661312"/>
                    <a:pt x="2147483647" y="686645952"/>
                    <a:pt x="2147483647" y="686630720"/>
                  </a:cubicBezTo>
                  <a:cubicBezTo>
                    <a:pt x="2147483647" y="682624320"/>
                    <a:pt x="2147483647" y="682607296"/>
                    <a:pt x="2147483647" y="682594688"/>
                  </a:cubicBezTo>
                  <a:cubicBezTo>
                    <a:pt x="2147483647" y="678597760"/>
                    <a:pt x="2147483647" y="678600640"/>
                    <a:pt x="2147483647" y="678603072"/>
                  </a:cubicBezTo>
                  <a:cubicBezTo>
                    <a:pt x="2147483647" y="674614336"/>
                    <a:pt x="2147483647" y="674622144"/>
                    <a:pt x="2147483647" y="674628352"/>
                  </a:cubicBezTo>
                  <a:cubicBezTo>
                    <a:pt x="2147483647" y="670637888"/>
                    <a:pt x="2147483647" y="670639424"/>
                    <a:pt x="2147483647" y="670640576"/>
                  </a:cubicBezTo>
                  <a:cubicBezTo>
                    <a:pt x="2147483647" y="666651328"/>
                    <a:pt x="2147483647" y="666649024"/>
                    <a:pt x="2147483647" y="666646656"/>
                  </a:cubicBezTo>
                  <a:cubicBezTo>
                    <a:pt x="2147483647" y="662648768"/>
                    <a:pt x="2147483647" y="662639360"/>
                    <a:pt x="2147483647" y="662640768"/>
                  </a:cubicBezTo>
                  <a:cubicBezTo>
                    <a:pt x="2147483647" y="658645824"/>
                    <a:pt x="2147483647" y="658643008"/>
                    <a:pt x="2147483647" y="658640320"/>
                  </a:cubicBezTo>
                  <a:cubicBezTo>
                    <a:pt x="2147483647" y="654645952"/>
                    <a:pt x="2147483647" y="654648512"/>
                    <a:pt x="2147483647" y="654647296"/>
                  </a:cubicBezTo>
                  <a:cubicBezTo>
                    <a:pt x="2147483647" y="650654592"/>
                    <a:pt x="2147483647" y="650661376"/>
                    <a:pt x="2147483647" y="650663168"/>
                  </a:cubicBezTo>
                  <a:cubicBezTo>
                    <a:pt x="2147483647" y="646674560"/>
                    <a:pt x="2147483647" y="646685440"/>
                    <a:pt x="2147483647" y="646687616"/>
                  </a:cubicBezTo>
                  <a:cubicBezTo>
                    <a:pt x="2147483647" y="642695616"/>
                    <a:pt x="2147483647" y="642693440"/>
                    <a:pt x="2147483647" y="642688320"/>
                  </a:cubicBezTo>
                  <a:cubicBezTo>
                    <a:pt x="2147483647" y="638682688"/>
                    <a:pt x="2147483647" y="638663744"/>
                    <a:pt x="2147483647" y="638678784"/>
                  </a:cubicBezTo>
                  <a:cubicBezTo>
                    <a:pt x="2147483647" y="634687552"/>
                    <a:pt x="2147483647" y="634688960"/>
                    <a:pt x="2147483647" y="634690624"/>
                  </a:cubicBezTo>
                  <a:cubicBezTo>
                    <a:pt x="2147483647" y="630711552"/>
                    <a:pt x="2147483647" y="630723712"/>
                    <a:pt x="2147483647" y="630708160"/>
                  </a:cubicBezTo>
                  <a:cubicBezTo>
                    <a:pt x="2147483647" y="626697920"/>
                    <a:pt x="2147483647" y="626689728"/>
                    <a:pt x="2147483647" y="626687424"/>
                  </a:cubicBezTo>
                  <a:cubicBezTo>
                    <a:pt x="2147483647" y="622694336"/>
                    <a:pt x="2147483647" y="622695872"/>
                    <a:pt x="2147483647" y="622699072"/>
                  </a:cubicBezTo>
                  <a:cubicBezTo>
                    <a:pt x="2147483647" y="618714048"/>
                    <a:pt x="2147483647" y="618724288"/>
                    <a:pt x="2147483647" y="618733440"/>
                  </a:cubicBezTo>
                  <a:cubicBezTo>
                    <a:pt x="2147483647" y="614745920"/>
                    <a:pt x="2147483647" y="614744320"/>
                    <a:pt x="2147483647" y="614743168"/>
                  </a:cubicBezTo>
                  <a:cubicBezTo>
                    <a:pt x="2133592576" y="610745024"/>
                    <a:pt x="2133574144" y="610735104"/>
                    <a:pt x="2133561728" y="610746368"/>
                  </a:cubicBezTo>
                  <a:cubicBezTo>
                    <a:pt x="2119606272" y="606763840"/>
                    <a:pt x="2119625216" y="606799424"/>
                    <a:pt x="2119628288" y="606805440"/>
                  </a:cubicBezTo>
                  <a:cubicBezTo>
                    <a:pt x="2105693184" y="602832576"/>
                    <a:pt x="2105705856" y="602850752"/>
                    <a:pt x="2105701888" y="602873344"/>
                  </a:cubicBezTo>
                  <a:cubicBezTo>
                    <a:pt x="2091756416" y="598886592"/>
                    <a:pt x="2091744768" y="598881344"/>
                    <a:pt x="2091743104" y="598879168"/>
                  </a:cubicBezTo>
                  <a:cubicBezTo>
                    <a:pt x="2077785600" y="594871104"/>
                    <a:pt x="2077784064" y="594851584"/>
                    <a:pt x="2077779456" y="594832320"/>
                  </a:cubicBezTo>
                  <a:cubicBezTo>
                    <a:pt x="2063833600" y="590834176"/>
                    <a:pt x="2063847552" y="590837504"/>
                    <a:pt x="2063849344" y="590840768"/>
                  </a:cubicBezTo>
                  <a:cubicBezTo>
                    <a:pt x="2049918592" y="586875136"/>
                    <a:pt x="2049933696" y="586903744"/>
                    <a:pt x="2049937408" y="586934080"/>
                  </a:cubicBezTo>
                  <a:cubicBezTo>
                    <a:pt x="2035993472" y="582946688"/>
                    <a:pt x="2035984896" y="582944704"/>
                    <a:pt x="2035982464" y="582943808"/>
                  </a:cubicBezTo>
                  <a:cubicBezTo>
                    <a:pt x="2022010752" y="578940928"/>
                    <a:pt x="2021999616" y="578903680"/>
                    <a:pt x="2021977088" y="578886528"/>
                  </a:cubicBezTo>
                  <a:lnTo>
                    <a:pt x="2008045440" y="574892736"/>
                  </a:lnTo>
                  <a:cubicBezTo>
                    <a:pt x="1994108928" y="570914368"/>
                    <a:pt x="1994118784" y="570927296"/>
                    <a:pt x="1994130304" y="570938624"/>
                  </a:cubicBezTo>
                  <a:cubicBezTo>
                    <a:pt x="1980193152" y="566951680"/>
                    <a:pt x="1980199040" y="566958400"/>
                    <a:pt x="1980203904" y="566965952"/>
                  </a:cubicBezTo>
                  <a:cubicBezTo>
                    <a:pt x="1966262272" y="562980032"/>
                    <a:pt x="1966250368" y="562977664"/>
                    <a:pt x="1966247808" y="562976000"/>
                  </a:cubicBezTo>
                  <a:cubicBezTo>
                    <a:pt x="1952284160" y="558971072"/>
                    <a:pt x="1952267648" y="558954112"/>
                    <a:pt x="1952247424" y="558943488"/>
                  </a:cubicBezTo>
                  <a:lnTo>
                    <a:pt x="1938314240" y="554948736"/>
                  </a:lnTo>
                  <a:cubicBezTo>
                    <a:pt x="1924376704" y="550967488"/>
                    <a:pt x="1924386176" y="550976832"/>
                    <a:pt x="1924396928" y="550984320"/>
                  </a:cubicBezTo>
                  <a:cubicBezTo>
                    <a:pt x="1910447744" y="546991936"/>
                    <a:pt x="1910443392" y="546992128"/>
                    <a:pt x="1910438912" y="546992256"/>
                  </a:cubicBezTo>
                  <a:cubicBezTo>
                    <a:pt x="1896488832" y="542990080"/>
                    <a:pt x="1896481152" y="542981568"/>
                    <a:pt x="1896472064" y="542975040"/>
                  </a:cubicBezTo>
                  <a:cubicBezTo>
                    <a:pt x="1882520704" y="538976768"/>
                    <a:pt x="1882535808" y="538977600"/>
                    <a:pt x="1882539392" y="538980160"/>
                  </a:cubicBezTo>
                  <a:cubicBezTo>
                    <a:pt x="1868603776" y="534994816"/>
                    <a:pt x="1868610048" y="535003552"/>
                    <a:pt x="1868618752" y="535010816"/>
                  </a:cubicBezTo>
                  <a:cubicBezTo>
                    <a:pt x="1854686080" y="531028512"/>
                    <a:pt x="1854693760" y="531038464"/>
                    <a:pt x="1854692224" y="531015328"/>
                  </a:cubicBezTo>
                  <a:cubicBezTo>
                    <a:pt x="1840746624" y="527006688"/>
                    <a:pt x="1840740736" y="526991712"/>
                    <a:pt x="1840740736" y="526975232"/>
                  </a:cubicBezTo>
                  <a:cubicBezTo>
                    <a:pt x="1826796160" y="522977920"/>
                    <a:pt x="1826810240" y="522981728"/>
                    <a:pt x="1826811008" y="522985824"/>
                  </a:cubicBezTo>
                  <a:cubicBezTo>
                    <a:pt x="1812869760" y="519009792"/>
                    <a:pt x="1812874240" y="519025952"/>
                    <a:pt x="1812877952" y="519042144"/>
                  </a:cubicBezTo>
                  <a:cubicBezTo>
                    <a:pt x="1798928256" y="515049120"/>
                    <a:pt x="1798923264" y="515048608"/>
                    <a:pt x="1798918528" y="515047968"/>
                  </a:cubicBezTo>
                  <a:cubicBezTo>
                    <a:pt x="1784971904" y="511029600"/>
                    <a:pt x="1784973184" y="511003424"/>
                    <a:pt x="1784977280" y="510977568"/>
                  </a:cubicBezTo>
                  <a:cubicBezTo>
                    <a:pt x="1771033472" y="506980096"/>
                    <a:pt x="1771046784" y="506984096"/>
                    <a:pt x="1771047552" y="506988128"/>
                  </a:cubicBezTo>
                  <a:cubicBezTo>
                    <a:pt x="1757106048" y="503011744"/>
                    <a:pt x="1757116416" y="503049184"/>
                    <a:pt x="1757102976" y="503063456"/>
                  </a:cubicBezTo>
                  <a:cubicBezTo>
                    <a:pt x="1743154816" y="499074848"/>
                    <a:pt x="1743145856" y="499071328"/>
                    <a:pt x="1743144064" y="499067296"/>
                  </a:cubicBezTo>
                  <a:cubicBezTo>
                    <a:pt x="1729188992" y="495049504"/>
                    <a:pt x="1729192064" y="495019904"/>
                    <a:pt x="1729188480" y="494992992"/>
                  </a:cubicBezTo>
                  <a:cubicBezTo>
                    <a:pt x="1715243136" y="490994656"/>
                    <a:pt x="1715257728" y="490997760"/>
                    <a:pt x="1715258880" y="491002464"/>
                  </a:cubicBezTo>
                  <a:cubicBezTo>
                    <a:pt x="1701321088" y="487035296"/>
                    <a:pt x="1701332608" y="487067040"/>
                    <a:pt x="1701315456" y="487090784"/>
                  </a:cubicBezTo>
                  <a:cubicBezTo>
                    <a:pt x="1687368704" y="483101344"/>
                    <a:pt x="1687361536" y="483099136"/>
                    <a:pt x="1687359488" y="483097728"/>
                  </a:cubicBezTo>
                  <a:cubicBezTo>
                    <a:pt x="1673404928" y="479098912"/>
                    <a:pt x="1673405824" y="479092832"/>
                    <a:pt x="1673401984" y="479081376"/>
                  </a:cubicBezTo>
                  <a:cubicBezTo>
                    <a:pt x="1659448960" y="475063680"/>
                    <a:pt x="1659442560" y="475038720"/>
                    <a:pt x="1659436416" y="475012640"/>
                  </a:cubicBezTo>
                  <a:cubicBezTo>
                    <a:pt x="1645490560" y="471014880"/>
                    <a:pt x="1645505536" y="471017056"/>
                    <a:pt x="1645506688" y="471022208"/>
                  </a:cubicBezTo>
                  <a:cubicBezTo>
                    <a:pt x="1631566336" y="467048224"/>
                    <a:pt x="1631569920" y="467067104"/>
                    <a:pt x="1631575680" y="467085088"/>
                  </a:cubicBezTo>
                  <a:cubicBezTo>
                    <a:pt x="1617633792" y="463101216"/>
                    <a:pt x="1617637760" y="463126368"/>
                    <a:pt x="1617645696" y="463131552"/>
                  </a:cubicBezTo>
                  <a:lnTo>
                    <a:pt x="1603689600" y="459138560"/>
                  </a:lnTo>
                  <a:cubicBezTo>
                    <a:pt x="1589761152" y="455123936"/>
                    <a:pt x="1589748864" y="455092864"/>
                    <a:pt x="1589742720" y="455069536"/>
                  </a:cubicBezTo>
                  <a:cubicBezTo>
                    <a:pt x="1575803008" y="451077728"/>
                    <a:pt x="1575808128" y="451078304"/>
                    <a:pt x="1575812992" y="451079008"/>
                  </a:cubicBezTo>
                  <a:cubicBezTo>
                    <a:pt x="1561872000" y="447113600"/>
                    <a:pt x="1561868928" y="447143296"/>
                    <a:pt x="1561879168" y="447168640"/>
                  </a:cubicBezTo>
                  <a:cubicBezTo>
                    <a:pt x="1547929984" y="443174944"/>
                    <a:pt x="1547925120" y="443173728"/>
                    <a:pt x="1547920384" y="443172384"/>
                  </a:cubicBezTo>
                  <a:cubicBezTo>
                    <a:pt x="1533986816" y="439168256"/>
                    <a:pt x="1533977088" y="439129568"/>
                    <a:pt x="1533974528" y="439116416"/>
                  </a:cubicBezTo>
                  <a:cubicBezTo>
                    <a:pt x="1520034944" y="435125024"/>
                    <a:pt x="1520039936" y="435126048"/>
                    <a:pt x="1520044928" y="435126912"/>
                  </a:cubicBezTo>
                  <a:cubicBezTo>
                    <a:pt x="1506096512" y="431159648"/>
                    <a:pt x="1506095488" y="431185056"/>
                    <a:pt x="1506096768" y="431210400"/>
                  </a:cubicBezTo>
                  <a:cubicBezTo>
                    <a:pt x="1492152704" y="427224160"/>
                    <a:pt x="1492138496" y="427220896"/>
                    <a:pt x="1492137472" y="427216224"/>
                  </a:cubicBezTo>
                  <a:cubicBezTo>
                    <a:pt x="1478188928" y="423207584"/>
                    <a:pt x="1478184832" y="423191520"/>
                    <a:pt x="1478181376" y="423175072"/>
                  </a:cubicBezTo>
                  <a:cubicBezTo>
                    <a:pt x="1464241792" y="419183712"/>
                    <a:pt x="1464246656" y="419184640"/>
                    <a:pt x="1464251520" y="419185632"/>
                  </a:cubicBezTo>
                  <a:cubicBezTo>
                    <a:pt x="1450306944" y="415205536"/>
                    <a:pt x="1450326144" y="415257376"/>
                    <a:pt x="1450306048" y="415264672"/>
                  </a:cubicBezTo>
                  <a:cubicBezTo>
                    <a:pt x="1436340096" y="411280032"/>
                    <a:pt x="1436311680" y="411235680"/>
                    <a:pt x="1436300416" y="411227296"/>
                  </a:cubicBezTo>
                  <a:cubicBezTo>
                    <a:pt x="1422359936" y="407234080"/>
                    <a:pt x="1422363776" y="407233280"/>
                    <a:pt x="1422367872" y="407232416"/>
                  </a:cubicBezTo>
                  <a:cubicBezTo>
                    <a:pt x="1408433792" y="403247776"/>
                    <a:pt x="1408442368" y="403257824"/>
                    <a:pt x="1408448512" y="403269344"/>
                  </a:cubicBezTo>
                  <a:cubicBezTo>
                    <a:pt x="1394506368" y="399282720"/>
                    <a:pt x="1394492032" y="399278432"/>
                    <a:pt x="1394490496" y="399277184"/>
                  </a:cubicBezTo>
                  <a:cubicBezTo>
                    <a:pt x="1380534144" y="395276928"/>
                    <a:pt x="1380524288" y="395266720"/>
                    <a:pt x="1380516736" y="395254752"/>
                  </a:cubicBezTo>
                  <a:cubicBezTo>
                    <a:pt x="1366568832" y="391255904"/>
                    <a:pt x="1366581376" y="391258752"/>
                    <a:pt x="1366583680" y="391260000"/>
                  </a:cubicBezTo>
                  <a:cubicBezTo>
                    <a:pt x="1352659328" y="387278304"/>
                    <a:pt x="1352675712" y="387295200"/>
                    <a:pt x="1352694912" y="387307808"/>
                  </a:cubicBezTo>
                  <a:lnTo>
                    <a:pt x="1338738816" y="383317856"/>
                  </a:lnTo>
                  <a:cubicBezTo>
                    <a:pt x="1324788864" y="379314560"/>
                    <a:pt x="1324777856" y="379309024"/>
                    <a:pt x="1324769664" y="379300256"/>
                  </a:cubicBezTo>
                  <a:cubicBezTo>
                    <a:pt x="1310816128" y="375297920"/>
                    <a:pt x="1310808448" y="375286944"/>
                    <a:pt x="1310801920" y="375275264"/>
                  </a:cubicBezTo>
                  <a:cubicBezTo>
                    <a:pt x="1296853376" y="371276064"/>
                    <a:pt x="1296867968" y="371279840"/>
                    <a:pt x="1296870272" y="371281504"/>
                  </a:cubicBezTo>
                  <a:cubicBezTo>
                    <a:pt x="1282945024" y="367303904"/>
                    <a:pt x="1282957440" y="367341664"/>
                    <a:pt x="1282980224" y="367350496"/>
                  </a:cubicBezTo>
                  <a:lnTo>
                    <a:pt x="1269025408" y="363360224"/>
                  </a:lnTo>
                  <a:cubicBezTo>
                    <a:pt x="1255077120" y="359338240"/>
                    <a:pt x="1255062656" y="359310432"/>
                    <a:pt x="1255048960" y="359284352"/>
                  </a:cubicBezTo>
                  <a:cubicBezTo>
                    <a:pt x="1241109120" y="355292192"/>
                    <a:pt x="1241113984" y="355292544"/>
                    <a:pt x="1241118592" y="355292736"/>
                  </a:cubicBezTo>
                  <a:cubicBezTo>
                    <a:pt x="1227178240" y="351318560"/>
                    <a:pt x="1227179392" y="351337728"/>
                    <a:pt x="1227191936" y="351352672"/>
                  </a:cubicBezTo>
                  <a:lnTo>
                    <a:pt x="1213233024" y="347358400"/>
                  </a:lnTo>
                  <a:cubicBezTo>
                    <a:pt x="1199293568" y="343333664"/>
                    <a:pt x="1199236352" y="343280320"/>
                    <a:pt x="1199262080" y="343249056"/>
                  </a:cubicBezTo>
                  <a:cubicBezTo>
                    <a:pt x="1185333888" y="339236928"/>
                    <a:pt x="1185361664" y="339256416"/>
                    <a:pt x="1185378048" y="339264352"/>
                  </a:cubicBezTo>
                  <a:lnTo>
                    <a:pt x="1171423232" y="335274080"/>
                  </a:lnTo>
                  <a:cubicBezTo>
                    <a:pt x="1157476736" y="331277344"/>
                    <a:pt x="1157475200" y="331272864"/>
                    <a:pt x="1157473408" y="331268416"/>
                  </a:cubicBezTo>
                  <a:cubicBezTo>
                    <a:pt x="1143528192" y="327275296"/>
                    <a:pt x="1143527808" y="327273696"/>
                    <a:pt x="1143528832" y="327272992"/>
                  </a:cubicBezTo>
                  <a:cubicBezTo>
                    <a:pt x="1129584768" y="323277920"/>
                    <a:pt x="1129585280" y="323275168"/>
                    <a:pt x="1129586048" y="323272480"/>
                  </a:cubicBezTo>
                  <a:cubicBezTo>
                    <a:pt x="1115645312" y="319281344"/>
                    <a:pt x="1115648896" y="319282688"/>
                    <a:pt x="1115652864" y="319283936"/>
                  </a:cubicBezTo>
                  <a:cubicBezTo>
                    <a:pt x="1101697408" y="315293216"/>
                    <a:pt x="1101710464" y="315298144"/>
                    <a:pt x="1101708800" y="315301760"/>
                  </a:cubicBezTo>
                  <a:cubicBezTo>
                    <a:pt x="1087763968" y="311309984"/>
                    <a:pt x="1087753984" y="311313120"/>
                    <a:pt x="1087749760" y="311314720"/>
                  </a:cubicBezTo>
                  <a:cubicBezTo>
                    <a:pt x="1073796224" y="307324800"/>
                    <a:pt x="1073787904" y="307329568"/>
                    <a:pt x="1073781376" y="307336096"/>
                  </a:cubicBezTo>
                  <a:cubicBezTo>
                    <a:pt x="1059832896" y="303341472"/>
                    <a:pt x="1059829184" y="303339232"/>
                    <a:pt x="1059825344" y="303336928"/>
                  </a:cubicBezTo>
                  <a:cubicBezTo>
                    <a:pt x="1045895936" y="299342624"/>
                    <a:pt x="1045911808" y="299331392"/>
                    <a:pt x="1045927616" y="299327904"/>
                  </a:cubicBezTo>
                  <a:cubicBezTo>
                    <a:pt x="1031985472" y="295338336"/>
                    <a:pt x="1031987904" y="295341088"/>
                    <a:pt x="1031990464" y="295343776"/>
                  </a:cubicBezTo>
                  <a:cubicBezTo>
                    <a:pt x="1018032448" y="291352480"/>
                    <a:pt x="1018019264" y="291349952"/>
                    <a:pt x="1018005824" y="291351808"/>
                  </a:cubicBezTo>
                  <a:cubicBezTo>
                    <a:pt x="1004056576" y="287360160"/>
                    <a:pt x="1004043584" y="287352736"/>
                    <a:pt x="1004052160" y="287351392"/>
                  </a:cubicBezTo>
                  <a:cubicBezTo>
                    <a:pt x="990129216" y="283355744"/>
                    <a:pt x="990137152" y="283365856"/>
                    <a:pt x="990153408" y="283378208"/>
                  </a:cubicBezTo>
                  <a:cubicBezTo>
                    <a:pt x="976204480" y="279385216"/>
                    <a:pt x="976200128" y="279384768"/>
                    <a:pt x="976195904" y="279384160"/>
                  </a:cubicBezTo>
                  <a:cubicBezTo>
                    <a:pt x="962251968" y="275387328"/>
                    <a:pt x="962252544" y="275382624"/>
                    <a:pt x="962253120" y="275378016"/>
                  </a:cubicBezTo>
                  <a:lnTo>
                    <a:pt x="948321984" y="271386368"/>
                  </a:lnTo>
                  <a:cubicBezTo>
                    <a:pt x="934374400" y="267404032"/>
                    <a:pt x="934373312" y="267414528"/>
                    <a:pt x="934374208" y="267425024"/>
                  </a:cubicBezTo>
                  <a:cubicBezTo>
                    <a:pt x="920427712" y="263451520"/>
                    <a:pt x="920426816" y="263470416"/>
                    <a:pt x="920427264" y="263489408"/>
                  </a:cubicBezTo>
                  <a:cubicBezTo>
                    <a:pt x="906477760" y="259496048"/>
                    <a:pt x="906472704" y="259495088"/>
                    <a:pt x="906467904" y="259494128"/>
                  </a:cubicBezTo>
                  <a:cubicBezTo>
                    <a:pt x="892527168" y="255480448"/>
                    <a:pt x="892523200" y="255446736"/>
                    <a:pt x="892510208" y="255428592"/>
                  </a:cubicBezTo>
                  <a:cubicBezTo>
                    <a:pt x="878569792" y="251437376"/>
                    <a:pt x="878574272" y="251438640"/>
                    <a:pt x="878578432" y="251439680"/>
                  </a:cubicBezTo>
                  <a:cubicBezTo>
                    <a:pt x="864622528" y="247451152"/>
                    <a:pt x="864615936" y="247498640"/>
                    <a:pt x="864627712" y="247503792"/>
                  </a:cubicBezTo>
                  <a:cubicBezTo>
                    <a:pt x="850679744" y="243511824"/>
                    <a:pt x="850676224" y="243512128"/>
                    <a:pt x="850672832" y="243512512"/>
                  </a:cubicBezTo>
                  <a:cubicBezTo>
                    <a:pt x="836735232" y="239506640"/>
                    <a:pt x="836737024" y="239491152"/>
                    <a:pt x="836733440" y="239476352"/>
                  </a:cubicBezTo>
                  <a:cubicBezTo>
                    <a:pt x="822785536" y="235470512"/>
                    <a:pt x="822777536" y="235455696"/>
                    <a:pt x="822774464" y="235478160"/>
                  </a:cubicBezTo>
                  <a:cubicBezTo>
                    <a:pt x="808826944" y="231504976"/>
                    <a:pt x="808830912" y="231501552"/>
                    <a:pt x="808832064" y="231487280"/>
                  </a:cubicBezTo>
                  <a:cubicBezTo>
                    <a:pt x="794887872" y="227490768"/>
                    <a:pt x="794891008" y="227480304"/>
                    <a:pt x="794888192" y="227476560"/>
                  </a:cubicBezTo>
                  <a:cubicBezTo>
                    <a:pt x="780933632" y="223470576"/>
                    <a:pt x="780914880" y="223488048"/>
                    <a:pt x="780907712" y="223494448"/>
                  </a:cubicBezTo>
                  <a:cubicBezTo>
                    <a:pt x="766959360" y="219505488"/>
                    <a:pt x="766934848" y="219540016"/>
                    <a:pt x="766938560" y="219540976"/>
                  </a:cubicBezTo>
                  <a:cubicBezTo>
                    <a:pt x="752999488" y="215550080"/>
                    <a:pt x="753019712" y="215516736"/>
                    <a:pt x="753020928" y="215512640"/>
                  </a:cubicBezTo>
                  <a:cubicBezTo>
                    <a:pt x="739083776" y="211493392"/>
                    <a:pt x="739059008" y="211512512"/>
                    <a:pt x="739051008" y="211523456"/>
                  </a:cubicBezTo>
                  <a:cubicBezTo>
                    <a:pt x="725086464" y="207557712"/>
                    <a:pt x="725124544" y="207547888"/>
                    <a:pt x="725122240" y="207532864"/>
                  </a:cubicBezTo>
                  <a:lnTo>
                    <a:pt x="711189504" y="203545536"/>
                  </a:lnTo>
                  <a:cubicBezTo>
                    <a:pt x="697243712" y="199553216"/>
                    <a:pt x="697187712" y="199569280"/>
                    <a:pt x="697202880" y="199579856"/>
                  </a:cubicBezTo>
                  <a:cubicBezTo>
                    <a:pt x="683263040" y="195585904"/>
                    <a:pt x="683267520" y="195583824"/>
                    <a:pt x="683271744" y="195581360"/>
                  </a:cubicBezTo>
                  <a:cubicBezTo>
                    <a:pt x="669342592" y="191573056"/>
                    <a:pt x="669314624" y="191578112"/>
                    <a:pt x="669316992" y="191595824"/>
                  </a:cubicBezTo>
                  <a:lnTo>
                    <a:pt x="655360448" y="187598528"/>
                  </a:lnTo>
                  <a:cubicBezTo>
                    <a:pt x="641443264" y="183599808"/>
                    <a:pt x="641465600" y="183570496"/>
                    <a:pt x="641488192" y="183555312"/>
                  </a:cubicBezTo>
                  <a:cubicBezTo>
                    <a:pt x="627547200" y="179560624"/>
                    <a:pt x="627560576" y="179566336"/>
                    <a:pt x="627556416" y="179569472"/>
                  </a:cubicBezTo>
                  <a:cubicBezTo>
                    <a:pt x="613596032" y="175589808"/>
                    <a:pt x="613577920" y="175599856"/>
                    <a:pt x="613565120" y="175615856"/>
                  </a:cubicBezTo>
                  <a:cubicBezTo>
                    <a:pt x="599614528" y="171630224"/>
                    <a:pt x="599610368" y="171638496"/>
                    <a:pt x="599608896" y="171647344"/>
                  </a:cubicBezTo>
                  <a:cubicBezTo>
                    <a:pt x="585669952" y="167653248"/>
                    <a:pt x="585670528" y="167648176"/>
                    <a:pt x="585666368" y="167639776"/>
                  </a:cubicBezTo>
                  <a:cubicBezTo>
                    <a:pt x="571719360" y="163640240"/>
                    <a:pt x="571715776" y="163633392"/>
                    <a:pt x="571711040" y="163627296"/>
                  </a:cubicBezTo>
                  <a:cubicBezTo>
                    <a:pt x="557762560" y="159629168"/>
                    <a:pt x="557777472" y="159631184"/>
                    <a:pt x="557780160" y="159634688"/>
                  </a:cubicBezTo>
                  <a:cubicBezTo>
                    <a:pt x="543845632" y="155655536"/>
                    <a:pt x="543866176" y="155702944"/>
                    <a:pt x="543883136" y="155706288"/>
                  </a:cubicBezTo>
                  <a:cubicBezTo>
                    <a:pt x="529941536" y="151720528"/>
                    <a:pt x="529944192" y="151720816"/>
                    <a:pt x="529945984" y="151714640"/>
                  </a:cubicBezTo>
                  <a:cubicBezTo>
                    <a:pt x="516004384" y="147720400"/>
                    <a:pt x="516005248" y="147716448"/>
                    <a:pt x="516003488" y="147713392"/>
                  </a:cubicBezTo>
                  <a:cubicBezTo>
                    <a:pt x="502058592" y="143720784"/>
                    <a:pt x="502058592" y="143720496"/>
                    <a:pt x="502058272" y="143720192"/>
                  </a:cubicBezTo>
                  <a:cubicBezTo>
                    <a:pt x="488114272" y="139716416"/>
                    <a:pt x="488106848" y="139699984"/>
                    <a:pt x="488104160" y="139688656"/>
                  </a:cubicBezTo>
                  <a:cubicBezTo>
                    <a:pt x="474158368" y="135690848"/>
                    <a:pt x="474173280" y="135693232"/>
                    <a:pt x="474174464" y="135698288"/>
                  </a:cubicBezTo>
                  <a:cubicBezTo>
                    <a:pt x="460235232" y="131726808"/>
                    <a:pt x="460242656" y="131746824"/>
                    <a:pt x="460247968" y="131767880"/>
                  </a:cubicBezTo>
                  <a:cubicBezTo>
                    <a:pt x="446304896" y="127781448"/>
                    <a:pt x="446290912" y="127777952"/>
                    <a:pt x="446289120" y="127774824"/>
                  </a:cubicBezTo>
                  <a:cubicBezTo>
                    <a:pt x="432327552" y="123752824"/>
                    <a:pt x="432322784" y="123717624"/>
                    <a:pt x="432303744" y="123688744"/>
                  </a:cubicBezTo>
                  <a:lnTo>
                    <a:pt x="418373408" y="119697096"/>
                  </a:lnTo>
                  <a:cubicBezTo>
                    <a:pt x="404432672" y="115740584"/>
                    <a:pt x="404464256" y="115770120"/>
                    <a:pt x="404464256" y="115806296"/>
                  </a:cubicBezTo>
                  <a:cubicBezTo>
                    <a:pt x="390519648" y="111820672"/>
                    <a:pt x="390507424" y="111815912"/>
                    <a:pt x="390505344" y="111813224"/>
                  </a:cubicBezTo>
                  <a:cubicBezTo>
                    <a:pt x="376549472" y="107807368"/>
                    <a:pt x="376546464" y="107788696"/>
                    <a:pt x="376539616" y="107772840"/>
                  </a:cubicBezTo>
                  <a:cubicBezTo>
                    <a:pt x="362590848" y="103770784"/>
                    <a:pt x="362576256" y="103751064"/>
                    <a:pt x="362575072" y="103740936"/>
                  </a:cubicBezTo>
                  <a:cubicBezTo>
                    <a:pt x="348629280" y="99735304"/>
                    <a:pt x="348637024" y="99751752"/>
                    <a:pt x="348640608" y="99757256"/>
                  </a:cubicBezTo>
                  <a:cubicBezTo>
                    <a:pt x="334700448" y="95773800"/>
                    <a:pt x="334704032" y="95783032"/>
                    <a:pt x="334707008" y="95792480"/>
                  </a:cubicBezTo>
                  <a:cubicBezTo>
                    <a:pt x="320772832" y="91820480"/>
                    <a:pt x="320779968" y="91842136"/>
                    <a:pt x="320783840" y="91864536"/>
                  </a:cubicBezTo>
                  <a:cubicBezTo>
                    <a:pt x="306840128" y="87878992"/>
                    <a:pt x="306827040" y="87873704"/>
                    <a:pt x="306824960" y="87871472"/>
                  </a:cubicBezTo>
                  <a:cubicBezTo>
                    <a:pt x="292868768" y="83865544"/>
                    <a:pt x="292863680" y="83845528"/>
                    <a:pt x="292855360" y="83829896"/>
                  </a:cubicBezTo>
                  <a:cubicBezTo>
                    <a:pt x="278900320" y="79818608"/>
                    <a:pt x="278889920" y="79799928"/>
                    <a:pt x="278879776" y="79781104"/>
                  </a:cubicBezTo>
                  <a:cubicBezTo>
                    <a:pt x="264931632" y="75782088"/>
                    <a:pt x="264946512" y="75785288"/>
                    <a:pt x="264948880" y="75788488"/>
                  </a:cubicBezTo>
                  <a:cubicBezTo>
                    <a:pt x="251011728" y="71807640"/>
                    <a:pt x="251017680" y="71820064"/>
                    <a:pt x="251021552" y="71833232"/>
                  </a:cubicBezTo>
                  <a:cubicBezTo>
                    <a:pt x="237084400" y="67858256"/>
                    <a:pt x="237095696" y="67870984"/>
                    <a:pt x="237096000" y="67890632"/>
                  </a:cubicBezTo>
                  <a:cubicBezTo>
                    <a:pt x="223151408" y="63905088"/>
                    <a:pt x="223139200" y="63900100"/>
                    <a:pt x="223137104" y="63897568"/>
                  </a:cubicBezTo>
                  <a:cubicBezTo>
                    <a:pt x="209177344" y="59887916"/>
                    <a:pt x="209167216" y="59866412"/>
                    <a:pt x="209152048" y="59848548"/>
                  </a:cubicBezTo>
                  <a:cubicBezTo>
                    <a:pt x="195211904" y="55856236"/>
                    <a:pt x="195216656" y="55856016"/>
                    <a:pt x="195221120" y="55855940"/>
                  </a:cubicBezTo>
                  <a:cubicBezTo>
                    <a:pt x="181285456" y="51877020"/>
                    <a:pt x="181292912" y="51891532"/>
                    <a:pt x="181298560" y="51906560"/>
                  </a:cubicBezTo>
                  <a:cubicBezTo>
                    <a:pt x="167355728" y="47920352"/>
                    <a:pt x="167342352" y="47915732"/>
                    <a:pt x="167340560" y="47914468"/>
                  </a:cubicBezTo>
                  <a:cubicBezTo>
                    <a:pt x="153385232" y="43914268"/>
                    <a:pt x="153378992" y="43902064"/>
                    <a:pt x="153368272" y="43893804"/>
                  </a:cubicBezTo>
                  <a:lnTo>
                    <a:pt x="139436480" y="39900076"/>
                  </a:lnTo>
                  <a:cubicBezTo>
                    <a:pt x="125496344" y="35914532"/>
                    <a:pt x="125499016" y="35922272"/>
                    <a:pt x="125499912" y="35930308"/>
                  </a:cubicBezTo>
                  <a:cubicBezTo>
                    <a:pt x="111555904" y="31943650"/>
                    <a:pt x="111545792" y="31940450"/>
                    <a:pt x="111543104" y="31939258"/>
                  </a:cubicBezTo>
                  <a:cubicBezTo>
                    <a:pt x="97587496" y="27940768"/>
                    <a:pt x="97577976" y="27932062"/>
                    <a:pt x="97570528" y="27921720"/>
                  </a:cubicBezTo>
                  <a:cubicBezTo>
                    <a:pt x="83621760" y="23924048"/>
                    <a:pt x="83636648" y="23925682"/>
                    <a:pt x="83639624" y="23929106"/>
                  </a:cubicBezTo>
                  <a:cubicBezTo>
                    <a:pt x="69706632" y="19949070"/>
                    <a:pt x="69718536" y="19960678"/>
                    <a:pt x="69731336" y="19971766"/>
                  </a:cubicBezTo>
                  <a:cubicBezTo>
                    <a:pt x="55782564" y="15979899"/>
                    <a:pt x="55778100" y="15980345"/>
                    <a:pt x="55773636" y="15980792"/>
                  </a:cubicBezTo>
                  <a:cubicBezTo>
                    <a:pt x="41820704" y="11977911"/>
                    <a:pt x="41813560" y="11966823"/>
                    <a:pt x="41806712" y="11955215"/>
                  </a:cubicBezTo>
                  <a:cubicBezTo>
                    <a:pt x="27858542" y="7956501"/>
                    <a:pt x="27873424" y="7959105"/>
                    <a:pt x="27875806" y="7962603"/>
                  </a:cubicBezTo>
                  <a:cubicBezTo>
                    <a:pt x="13935968" y="3978027"/>
                    <a:pt x="13942815" y="3984352"/>
                    <a:pt x="13950851" y="3988668"/>
                  </a:cubicBezTo>
                  <a:cubicBezTo>
                    <a:pt x="15478" y="0"/>
                    <a:pt x="6548" y="4911"/>
                    <a:pt x="0" y="2456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30" name="">
              <a:extLst>
                <a:ext uri="{45B99B4E-0E10-4894-9CE8-4E6F2A56F99E}">
                  <a16:creationId xmlns:a16="http://schemas.microsoft.com/office/drawing/2010/main" id="{1EAE0802-8394-46AE-9221-9C32478E447A}"/>
                </a:ext>
              </a:extLst>
            </p:cNvPr>
            <p:cNvSpPr/>
            <p:nvPr/>
          </p:nvSpPr>
          <p:spPr>
            <a:xfrm>
              <a:off x="-139040240" y="-39079080"/>
              <a:ext cx="125501240" cy="35931040"/>
            </a:xfrm>
            <a:custGeom>
              <a:avLst/>
              <a:gdLst/>
              <a:ahLst/>
              <a:cxnLst/>
              <a:rect b="b" l="0" r="r" t="0"/>
              <a:pathLst>
                <a:path h="35931040" w="125501232">
                  <a:moveTo>
                    <a:pt x="125501240" y="35931040"/>
                  </a:moveTo>
                  <a:cubicBezTo>
                    <a:pt x="111466168" y="31882598"/>
                    <a:pt x="111419488" y="31768488"/>
                    <a:pt x="111372712" y="31677528"/>
                  </a:cubicBezTo>
                  <a:cubicBezTo>
                    <a:pt x="97373088" y="27578320"/>
                    <a:pt x="97320128" y="27469160"/>
                    <a:pt x="97272224" y="27358862"/>
                  </a:cubicBezTo>
                  <a:cubicBezTo>
                    <a:pt x="125146720" y="35309628"/>
                    <a:pt x="125052608" y="35091220"/>
                    <a:pt x="125119384" y="35086740"/>
                  </a:cubicBezTo>
                  <a:cubicBezTo>
                    <a:pt x="111180320" y="31094024"/>
                    <a:pt x="111192224" y="31097168"/>
                    <a:pt x="111193656" y="31103838"/>
                  </a:cubicBezTo>
                  <a:cubicBezTo>
                    <a:pt x="97249640" y="27113976"/>
                    <a:pt x="97250120" y="27116450"/>
                    <a:pt x="97250688" y="27119024"/>
                  </a:cubicBezTo>
                  <a:cubicBezTo>
                    <a:pt x="83308200" y="23136784"/>
                    <a:pt x="83280968" y="23132496"/>
                    <a:pt x="83278952" y="23123256"/>
                  </a:cubicBezTo>
                  <a:cubicBezTo>
                    <a:pt x="69333904" y="19128442"/>
                    <a:pt x="69333336" y="19125870"/>
                    <a:pt x="69332856" y="19123394"/>
                  </a:cubicBezTo>
                  <a:cubicBezTo>
                    <a:pt x="55394460" y="15134200"/>
                    <a:pt x="55400748" y="15137341"/>
                    <a:pt x="55407036" y="15140389"/>
                  </a:cubicBezTo>
                  <a:cubicBezTo>
                    <a:pt x="41431024" y="11150243"/>
                    <a:pt x="41511892" y="11371889"/>
                    <a:pt x="41522276" y="11395703"/>
                  </a:cubicBezTo>
                  <a:cubicBezTo>
                    <a:pt x="27623504" y="7508712"/>
                    <a:pt x="27674088" y="7612724"/>
                    <a:pt x="27726382" y="7715022"/>
                  </a:cubicBezTo>
                  <a:cubicBezTo>
                    <a:pt x="13826859" y="3810695"/>
                    <a:pt x="13874000" y="3930139"/>
                    <a:pt x="13961343" y="3984241"/>
                  </a:cubicBezTo>
                  <a:cubicBezTo>
                    <a:pt x="32286" y="1525"/>
                    <a:pt x="8762" y="5428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  <p:sp>
          <p:nvSpPr>
            <p:cNvPr id="31" name="">
              <a:extLst>
                <a:ext uri="{154059E0-50B2-4B5B-A2B4-349665094CF4}">
                  <a16:creationId xmlns:a16="http://schemas.microsoft.com/office/drawing/2010/main" id="{AD4AAE84-4D0A-4928-A99C-276851D6B65C}"/>
                </a:ext>
              </a:extLst>
            </p:cNvPr>
            <p:cNvSpPr/>
            <p:nvPr/>
          </p:nvSpPr>
          <p:spPr>
            <a:xfrm>
              <a:off x="-125124904" y="-35432212"/>
              <a:ext cx="111556648" cy="31938696"/>
            </a:xfrm>
            <a:custGeom>
              <a:avLst/>
              <a:gdLst/>
              <a:ahLst/>
              <a:cxnLst/>
              <a:rect b="b" l="0" r="r" t="0"/>
              <a:pathLst>
                <a:path h="31938698" w="111556656">
                  <a:moveTo>
                    <a:pt x="111556648" y="31938696"/>
                  </a:moveTo>
                  <a:cubicBezTo>
                    <a:pt x="97539304" y="27813486"/>
                    <a:pt x="97449384" y="27682994"/>
                    <a:pt x="97406424" y="27536594"/>
                  </a:cubicBezTo>
                  <a:cubicBezTo>
                    <a:pt x="83459280" y="23535494"/>
                    <a:pt x="83477560" y="23538922"/>
                    <a:pt x="83480712" y="23540352"/>
                  </a:cubicBezTo>
                  <a:cubicBezTo>
                    <a:pt x="69544504" y="19551826"/>
                    <a:pt x="69548024" y="19553538"/>
                    <a:pt x="69549080" y="19563160"/>
                  </a:cubicBezTo>
                  <a:cubicBezTo>
                    <a:pt x="55605636" y="15581587"/>
                    <a:pt x="55578396" y="15576537"/>
                    <a:pt x="55577444" y="15567393"/>
                  </a:cubicBezTo>
                  <a:lnTo>
                    <a:pt x="41636284" y="11574484"/>
                  </a:lnTo>
                  <a:cubicBezTo>
                    <a:pt x="27697992" y="7580910"/>
                    <a:pt x="27704280" y="7579575"/>
                    <a:pt x="27710568" y="7578242"/>
                  </a:cubicBezTo>
                  <a:cubicBezTo>
                    <a:pt x="13808469" y="3730589"/>
                    <a:pt x="13897812" y="3860320"/>
                    <a:pt x="13969827" y="3991766"/>
                  </a:cubicBezTo>
                  <a:cubicBezTo>
                    <a:pt x="31338" y="10667"/>
                    <a:pt x="4288" y="7904"/>
                    <a:pt x="0" y="0"/>
                  </a:cubicBezTo>
                  <a:close/>
                </a:path>
              </a:pathLst>
            </a:custGeom>
            <a:solidFill>
              <a:srgbClr val="263238">
                <a:alpha val="100000"/>
              </a:srgbClr>
            </a:solidFill>
            <a:ln>
              <a:grpFill/>
            </a:ln>
          </p:spPr>
        </p:sp>
      </p:grpSp>
      <p:cxnSp>
        <p:nvCxnSpPr>
          <p:cNvPr id="32" name="">
            <a:extLst>
              <a:ext uri="{C8280D8B-54F0-45AC-82C1-7A2555EB7563}">
                <a16:creationId xmlns:a16="http://schemas.microsoft.com/office/drawing/2010/main" id="{C37C0083-AADA-4E04-A864-953D4F0FE178}"/>
              </a:ext>
            </a:extLst>
          </p:cNvPr>
          <p:cNvCxnSpPr/>
          <p:nvPr/>
        </p:nvCxnSpPr>
        <p:spPr>
          <a:xfrm flipH="true" flipV="true" rot="10800000">
            <a:off x="0" y="4667250"/>
            <a:ext cx="91440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extLst>
      <p:ext uri="{C7414E31-D61C-4731-B303-E086E1AD5EEE}">
        <p14:creationId xmlns:p14="http://schemas.microsoft.com/office/powerpoint/2010/main" val="1759312219365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92B221B8-53E4-4B72-A585-C1A00D876DBB}">
                <a16:creationId xmlns:a16="http://schemas.microsoft.com/office/drawing/2010/main" id="{5DC4A55B-F0B3-48DD-8D1B-B37B8189B3E7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1714500" y="1905000"/>
            <a:ext cx="5715000" cy="381000"/>
          </a:xfrm>
          <a:prstGeom prst="rect">
            <a:avLst/>
          </a:prstGeom>
        </p:spPr>
        <p:txBody>
          <a:bodyPr anchor="b" bIns="0" lIns="0" rIns="91440" rtlCol="0" tIns="0">
            <a:normAutofit/>
          </a:bodyPr>
          <a:lstStyle>
            <a:lvl1pPr algn="ctr" indent="0" lvl="0" marL="0">
              <a:buNone/>
              <a:defRPr dirty="0" lang="en-US" sz="1400">
                <a:solidFill>
                  <a:schemeClr val="accent1"/>
                </a:solidFill>
              </a:defRPr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false" id="3" name="Title 1">
            <a:extLst>
              <a:ext uri="{4E2E5CDD-DF2B-44F6-B6C2-A18D2529F287}">
                <a16:creationId xmlns:a16="http://schemas.microsoft.com/office/drawing/2010/main" id="{9B01E89E-9EC3-484B-B117-CABDE7893899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1714500" y="2381250"/>
            <a:ext cx="5715000" cy="571500"/>
          </a:xfrm>
          <a:prstGeom prst="rect">
            <a:avLst/>
          </a:prstGeom>
        </p:spPr>
        <p:txBody>
          <a:bodyPr anchor="t" bIns="0" lIns="0" rIns="0" rtlCol="0" tIns="0"/>
          <a:lstStyle>
            <a:lvl1pPr algn="ctr" lvl="0">
              <a:defRPr dirty="0" lang="en-US">
                <a:latin typeface="Roboto-medium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Slide Number Placeholder 5">
            <a:extLst>
              <a:ext uri="{303254E9-85AA-4EFD-B31E-8C7720253395}">
                <a16:creationId xmlns:a16="http://schemas.microsoft.com/office/drawing/2010/main" id="{69324387-6E3D-458B-858D-BA0EE9CD65F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5" name="Footer Placeholder 4">
            <a:extLst>
              <a:ext uri="{F631BCC7-7A1A-43DD-B688-8784F6D913D1}">
                <a16:creationId xmlns:a16="http://schemas.microsoft.com/office/drawing/2010/main" id="{EF97B143-664E-4EC4-AD06-BAF20BE35C8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6" name="Date Placeholder 3">
            <a:extLst>
              <a:ext uri="{FD559376-A000-4F57-A14D-AF2CDE620CCC}">
                <a16:creationId xmlns:a16="http://schemas.microsoft.com/office/drawing/2010/main" id="{490F5536-969F-46A4-8F9F-8C68200E8629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E1F44EBA-22BA-420C-B63B-6B687A31670D}">
                <a16:creationId xmlns:a16="http://schemas.microsoft.com/office/drawing/2010/main" id="{1CCF1741-781E-43AE-8C8E-4B8D45304AF9}"/>
              </a:ext>
            </a:extLst>
          </p:cNvPr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flipH="false" flipV="false" rot="0">
            <a:off x="762000" y="3333750"/>
            <a:ext cx="983897" cy="952500"/>
          </a:xfrm>
          <a:prstGeom prst="rect">
            <a:avLst/>
          </a:prstGeom>
          <a:noFill/>
        </p:spPr>
      </p:pic>
      <p:pic>
        <p:nvPicPr>
          <p:cNvPr id="8" name="">
            <a:extLst>
              <a:ext uri="{D7E8FBD8-18A4-4DD0-AF99-A28D4C203B0F}">
                <a16:creationId xmlns:a16="http://schemas.microsoft.com/office/drawing/2010/main" id="{043DF41D-3D01-4C28-8375-CF552ABA8F69}"/>
              </a:ext>
            </a:extLst>
          </p:cNvPr>
          <p:cNvPicPr>
            <a:picLocks noChangeAspect="true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false" flipV="false" rot="0">
            <a:off x="7239000" y="857250"/>
            <a:ext cx="1279855" cy="798328"/>
          </a:xfrm>
          <a:prstGeom prst="rect">
            <a:avLst/>
          </a:prstGeom>
          <a:noFill/>
        </p:spPr>
      </p:pic>
      <p:cxnSp>
        <p:nvCxnSpPr>
          <p:cNvPr id="9" name="">
            <a:extLst>
              <a:ext uri="{13C7BE18-6CEF-4E02-97AA-3C8B2913694A}">
                <a16:creationId xmlns:a16="http://schemas.microsoft.com/office/drawing/2010/main" id="{73ED95DF-7D1C-4C47-AEBE-497F7A8F8F0B}"/>
              </a:ext>
            </a:extLst>
          </p:cNvPr>
          <p:cNvCxnSpPr/>
          <p:nvPr/>
        </p:nvCxnSpPr>
        <p:spPr>
          <a:xfrm flipH="true" flipV="true" rot="10800000">
            <a:off x="476250" y="666750"/>
            <a:ext cx="81915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10" name="">
            <a:extLst>
              <a:ext uri="{F80F4999-9DB2-48F5-BE2C-2DB3D16F526A}">
                <a16:creationId xmlns:a16="http://schemas.microsoft.com/office/drawing/2010/main" id="{24B2CFBD-2326-41FB-B923-8642BF3B0A32}"/>
              </a:ext>
            </a:extLst>
          </p:cNvPr>
          <p:cNvCxnSpPr/>
          <p:nvPr/>
        </p:nvCxnSpPr>
        <p:spPr>
          <a:xfrm flipH="true" flipV="true" rot="10800000">
            <a:off x="0" y="4476750"/>
            <a:ext cx="91440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custDataLst>
      <p:tags r:id="rId4"/>
    </p:custDataLst>
    <p:extLst>
      <p:ext uri="{320CE31A-FB7D-4338-8550-BFFE1EE8DB81}">
        <p14:creationId xmlns:p14="http://schemas.microsoft.com/office/powerpoint/2010/main" val="1759312219368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E068B63-0D25-425B-AF52-3C264B955B19}">
                <a16:creationId xmlns:a16="http://schemas.microsoft.com/office/drawing/2010/main" id="{AA856CA4-FF39-4BF6-8BBF-D8BAF76C0F8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anchor="b" bIns="0" lIns="0" rIns="0" rtlCol="0" tIns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FF001D6F-01AD-4C62-BCDF-F241DC730EFA}">
                <a16:creationId xmlns:a16="http://schemas.microsoft.com/office/drawing/2010/main" id="{1E5AB3DE-E7A6-4542-A133-EED6F90AD511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333500"/>
            <a:ext cx="3714750" cy="3238500"/>
          </a:xfrm>
        </p:spPr>
        <p:txBody>
          <a:bodyPr bIns="0" lIns="0" rIns="0" rtlCol="0" tIns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2">
            <a:extLst>
              <a:ext uri="{38F340C0-5A31-4FFB-870A-ED1CB82D9938}">
                <a16:creationId xmlns:a16="http://schemas.microsoft.com/office/drawing/2010/main" id="{3382F8A8-A3AE-46B4-83A0-BE8403860304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667250" y="1333500"/>
            <a:ext cx="3714750" cy="3238500"/>
          </a:xfrm>
        </p:spPr>
        <p:txBody>
          <a:bodyPr bIns="0" lIns="0" rIns="0" rtlCol="0" tIns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Slide Number Placeholder 6">
            <a:extLst>
              <a:ext uri="{252B8636-F5A7-4D58-803F-755B9387F9B8}">
                <a16:creationId xmlns:a16="http://schemas.microsoft.com/office/drawing/2010/main" id="{3D61A35F-2ED7-420D-90E3-6B0E1B44A93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5">
            <a:extLst>
              <a:ext uri="{E9211BAC-A8AA-4341-B950-4AD2232FC1B7}">
                <a16:creationId xmlns:a16="http://schemas.microsoft.com/office/drawing/2010/main" id="{F18ECD01-B159-4A7D-AE9D-F2AB1205E05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4">
            <a:extLst>
              <a:ext uri="{4B131F8F-F32A-4ED7-9E01-C44B8F0B3C85}">
                <a16:creationId xmlns:a16="http://schemas.microsoft.com/office/drawing/2010/main" id="{B3FA5D63-4EA5-472D-A25A-AA50CE5A326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cxnSp>
        <p:nvCxnSpPr>
          <p:cNvPr id="8" name="">
            <a:extLst>
              <a:ext uri="{C9463CC8-15D5-41D4-824B-8D70BD9C676C}">
                <a16:creationId xmlns:a16="http://schemas.microsoft.com/office/drawing/2010/main" id="{6DCB6A5A-CDCA-4020-A798-3D3EDFE60F6F}"/>
              </a:ext>
            </a:extLst>
          </p:cNvPr>
          <p:cNvCxnSpPr/>
          <p:nvPr/>
        </p:nvCxnSpPr>
        <p:spPr>
          <a:xfrm flipH="true" flipV="true" rot="10800000">
            <a:off x="476250" y="1238250"/>
            <a:ext cx="81915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9" name="">
            <a:extLst>
              <a:ext uri="{8B75B962-814A-4800-BF3E-9061048E68CB}">
                <a16:creationId xmlns:a16="http://schemas.microsoft.com/office/drawing/2010/main" id="{2704E375-5DE5-4A48-B393-2316FCE830C9}"/>
              </a:ext>
            </a:extLst>
          </p:cNvPr>
          <p:cNvCxnSpPr/>
          <p:nvPr/>
        </p:nvCxnSpPr>
        <p:spPr>
          <a:xfrm flipH="true" flipV="true" rot="10800000">
            <a:off x="0" y="4667250"/>
            <a:ext cx="91440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extLst>
      <p:ext uri="{7480D512-27A2-4CA8-A35A-3AF6745EA332}">
        <p14:creationId xmlns:p14="http://schemas.microsoft.com/office/powerpoint/2010/main" val="1759312219369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E3848586-A2FC-4FB2-8BCB-F00BE7E69D2F}">
                <a16:creationId xmlns:a16="http://schemas.microsoft.com/office/drawing/2010/main" id="{23A1E0B7-CC61-4A1B-811F-E86EEFA0E918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333500"/>
            <a:ext cx="3714750" cy="381000"/>
          </a:xfrm>
          <a:prstGeom prst="rect">
            <a:avLst/>
          </a:prstGeom>
        </p:spPr>
        <p:txBody>
          <a:bodyPr anchor="b" bIns="0" lIns="0" rIns="0" rtlCol="0" tIns="0">
            <a:normAutofit fontScale="100000" lnSpcReduction="0"/>
          </a:bodyPr>
          <a:lstStyle>
            <a:lvl1pPr indent="0" lvl="0" marL="0">
              <a:buNone/>
              <a:defRPr dirty="0" lang="en-US">
                <a:solidFill>
                  <a:schemeClr val="accent1"/>
                </a:solidFill>
                <a:latin typeface="Roboto-medium"/>
              </a:defRPr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12327697-DEAA-4D85-96F6-99FBB605021E}">
                <a16:creationId xmlns:a16="http://schemas.microsoft.com/office/drawing/2010/main" id="{2094A515-B7E5-4260-B069-6F1FA2EA3B4F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667250" y="1333500"/>
            <a:ext cx="3714750" cy="381000"/>
          </a:xfrm>
          <a:prstGeom prst="rect">
            <a:avLst/>
          </a:prstGeom>
        </p:spPr>
        <p:txBody>
          <a:bodyPr anchor="b" bIns="0" lIns="0" rIns="0" rtlCol="0" tIns="0">
            <a:normAutofit fontScale="100000" lnSpcReduction="0"/>
          </a:bodyPr>
          <a:lstStyle>
            <a:lvl1pPr indent="0" lvl="0" marL="0">
              <a:buNone/>
              <a:defRPr dirty="0" lang="en-US">
                <a:solidFill>
                  <a:schemeClr val="accent1"/>
                </a:solidFill>
                <a:latin typeface="Roboto-medium"/>
              </a:defRPr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AC91840F-5540-4521-8607-72D90A48B5CD}">
                <a16:creationId xmlns:a16="http://schemas.microsoft.com/office/drawing/2010/main" id="{FB856DAF-0FB0-4F4B-BF0A-3A1176B8FCC0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809750"/>
            <a:ext cx="3714750" cy="2771775"/>
          </a:xfrm>
        </p:spPr>
        <p:txBody>
          <a:bodyPr bIns="0" lIns="0" rIns="0" rtlCol="0" tIns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784FEE6F-D199-4057-B71A-C20B1C2408E8}">
                <a16:creationId xmlns:a16="http://schemas.microsoft.com/office/drawing/2010/main" id="{BEEED105-5DB9-46C3-9867-1FB9889DFDE8}"/>
              </a:ext>
            </a:extLst>
          </p:cNvPr>
          <p:cNvSpPr>
            <a:spLocks noGrp="true"/>
          </p:cNvSpPr>
          <p:nvPr>
            <p:ph idx="3" type="title"/>
          </p:nvPr>
        </p:nvSpPr>
        <p:spPr>
          <a:xfrm rot="0">
            <a:off x="762000" y="571500"/>
            <a:ext cx="7620000" cy="571500"/>
          </a:xfrm>
        </p:spPr>
        <p:txBody>
          <a:bodyPr anchor="b" bIns="0" lIns="0" rIns="0" rtlCol="0" tIns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AEE170B0-3774-4D71-8021-DEFD30CD1E49}">
                <a16:creationId xmlns:a16="http://schemas.microsoft.com/office/drawing/2010/main" id="{038BA976-12C7-4471-8ED7-B74BEB0AD8A5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667250" y="1809750"/>
            <a:ext cx="3714750" cy="2771775"/>
          </a:xfrm>
        </p:spPr>
        <p:txBody>
          <a:bodyPr bIns="0" lIns="0" rIns="0" rtlCol="0" tIns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7" name="Date Placeholder 4">
            <a:extLst>
              <a:ext uri="{D84E7739-A1B5-40FC-8BB9-EB2539CC5108}">
                <a16:creationId xmlns:a16="http://schemas.microsoft.com/office/drawing/2010/main" id="{99406F31-74AC-4C4E-BA28-73CECC2C37A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Footer Placeholder 5">
            <a:extLst>
              <a:ext uri="{D134A5CC-1ADC-457A-8528-D842A6E99BA1}">
                <a16:creationId xmlns:a16="http://schemas.microsoft.com/office/drawing/2010/main" id="{E37D05EB-8698-48C6-9EAE-4B21B4485FB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9" name="Slide Number Placeholder 6">
            <a:extLst>
              <a:ext uri="{17CDC1F1-0401-450A-9169-E96F12B937B0}">
                <a16:creationId xmlns:a16="http://schemas.microsoft.com/office/drawing/2010/main" id="{E560E107-B7FE-4FFF-B18D-594CCB12604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cxnSp>
        <p:nvCxnSpPr>
          <p:cNvPr id="10" name="">
            <a:extLst>
              <a:ext uri="{992A0AC3-8FE3-48FB-A762-03FE1FE886D1}">
                <a16:creationId xmlns:a16="http://schemas.microsoft.com/office/drawing/2010/main" id="{C60DFA5B-BB76-4B6B-B60A-637053F2860B}"/>
              </a:ext>
            </a:extLst>
          </p:cNvPr>
          <p:cNvCxnSpPr/>
          <p:nvPr/>
        </p:nvCxnSpPr>
        <p:spPr>
          <a:xfrm flipH="true" flipV="true" rot="10800000">
            <a:off x="476250" y="1238250"/>
            <a:ext cx="81915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11" name="">
            <a:extLst>
              <a:ext uri="{641D5EA3-93DB-4449-9A78-DA2CA981F6FB}">
                <a16:creationId xmlns:a16="http://schemas.microsoft.com/office/drawing/2010/main" id="{755DBC9C-BC10-4DA4-851F-F477B2CEF626}"/>
              </a:ext>
            </a:extLst>
          </p:cNvPr>
          <p:cNvCxnSpPr/>
          <p:nvPr/>
        </p:nvCxnSpPr>
        <p:spPr>
          <a:xfrm flipH="true" flipV="true" rot="10800000">
            <a:off x="0" y="4667250"/>
            <a:ext cx="91440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custDataLst>
      <p:tags r:id="rId2"/>
    </p:custDataLst>
    <p:extLst>
      <p:ext uri="{486D8304-A4FD-44C6-B52B-5845A01D93BB}">
        <p14:creationId xmlns:p14="http://schemas.microsoft.com/office/powerpoint/2010/main" val="1759312219370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8BA50C8-8FB9-4966-92BC-305C5A363016}">
                <a16:creationId xmlns:a16="http://schemas.microsoft.com/office/drawing/2010/main" id="{849D6433-1A29-4A7E-8806-FC4B87E23A8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2095500"/>
            <a:ext cx="7620000" cy="857250"/>
          </a:xfrm>
        </p:spPr>
        <p:txBody>
          <a:bodyPr anchor="ctr" bIns="0" lIns="0" rIns="0" rtlCol="0" tIns="0"/>
          <a:lstStyle>
            <a:lvl1pPr algn="ctr" lvl="0">
              <a:defRPr dirty="0" lang="en-US" sz="3200">
                <a:latin typeface="Roboto-medium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3" name="Slide Number Placeholder 3">
            <a:extLst>
              <a:ext uri="{02D3EF2B-8023-44DB-BA13-9E36045FBAC4}">
                <a16:creationId xmlns:a16="http://schemas.microsoft.com/office/drawing/2010/main" id="{9BB0B559-BE3C-4852-B210-70BCAECD9E4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4" name="Footer Placeholder 2">
            <a:extLst>
              <a:ext uri="{B285ED4C-EEFC-4274-8D5B-011E783DADFF}">
                <a16:creationId xmlns:a16="http://schemas.microsoft.com/office/drawing/2010/main" id="{758B85B6-27F4-4125-B676-906BDC1473D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5" name="Date Placeholder 1">
            <a:extLst>
              <a:ext uri="{5682C6AF-9AD3-4CF7-913C-CA7572AB69C8}">
                <a16:creationId xmlns:a16="http://schemas.microsoft.com/office/drawing/2010/main" id="{E7B59336-B4F3-4F89-BF35-8D7C792F74C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F4A6F0FC-180A-4B13-8F2A-EB487238A390}">
                <a16:creationId xmlns:a16="http://schemas.microsoft.com/office/drawing/2010/main" id="{ADCFFDB2-7DF5-4DDA-8579-E0A9AF785CC4}"/>
              </a:ext>
            </a:extLst>
          </p:cNvPr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flipH="false" flipV="false" rot="0">
            <a:off x="7434767" y="3487026"/>
            <a:ext cx="947232" cy="503072"/>
          </a:xfrm>
          <a:prstGeom prst="rect">
            <a:avLst/>
          </a:prstGeom>
          <a:noFill/>
        </p:spPr>
      </p:pic>
      <p:pic>
        <p:nvPicPr>
          <p:cNvPr id="7" name="">
            <a:extLst>
              <a:ext uri="{1F691AD5-33BF-4909-BADF-196E3FD20522}">
                <a16:creationId xmlns:a16="http://schemas.microsoft.com/office/drawing/2010/main" id="{28F15853-A19E-45C0-AE83-FF8C21ECE9DF}"/>
              </a:ext>
            </a:extLst>
          </p:cNvPr>
          <p:cNvPicPr>
            <a:picLocks noChangeAspect="true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false" flipV="false" rot="0">
            <a:off x="476250" y="1049607"/>
            <a:ext cx="2456840" cy="2536831"/>
          </a:xfrm>
          <a:prstGeom prst="rect">
            <a:avLst/>
          </a:prstGeom>
          <a:noFill/>
        </p:spPr>
      </p:pic>
      <p:cxnSp>
        <p:nvCxnSpPr>
          <p:cNvPr id="8" name="">
            <a:extLst>
              <a:ext uri="{2EC5F6FC-7F8D-4ED4-9724-09D1D020D6EA}">
                <a16:creationId xmlns:a16="http://schemas.microsoft.com/office/drawing/2010/main" id="{F7D0BF13-317B-44B3-866C-B72D6CE1F538}"/>
              </a:ext>
            </a:extLst>
          </p:cNvPr>
          <p:cNvCxnSpPr/>
          <p:nvPr/>
        </p:nvCxnSpPr>
        <p:spPr>
          <a:xfrm flipH="true" flipV="true" rot="10800000">
            <a:off x="476250" y="666750"/>
            <a:ext cx="81915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9" name="">
            <a:extLst>
              <a:ext uri="{F0ED756A-0311-40E7-AA10-420085CF1FB8}">
                <a16:creationId xmlns:a16="http://schemas.microsoft.com/office/drawing/2010/main" id="{D0BFF23D-1CDE-47C0-B92B-C4342554E27A}"/>
              </a:ext>
            </a:extLst>
          </p:cNvPr>
          <p:cNvCxnSpPr/>
          <p:nvPr/>
        </p:nvCxnSpPr>
        <p:spPr>
          <a:xfrm flipH="true" flipV="true" rot="10800000">
            <a:off x="0" y="4476750"/>
            <a:ext cx="91440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custDataLst>
      <p:tags r:id="rId4"/>
    </p:custDataLst>
    <p:extLst>
      <p:ext uri="{DEF85626-3645-43E3-B7DE-EF24A6EF2F13}">
        <p14:creationId xmlns:p14="http://schemas.microsoft.com/office/powerpoint/2010/main" val="1759312219371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3">
            <a:extLst>
              <a:ext uri="{EEDC429B-7D63-4A01-962E-68BF8D5AE90B}">
                <a16:creationId xmlns:a16="http://schemas.microsoft.com/office/drawing/2010/main" id="{CAC61950-32E9-4779-B5A7-F6F92587FD5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2">
            <a:extLst>
              <a:ext uri="{E5082678-258F-413E-85E1-33DE81E7FCBA}">
                <a16:creationId xmlns:a16="http://schemas.microsoft.com/office/drawing/2010/main" id="{E4C8B144-9D14-4F14-B034-8A78B0E79AD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1">
            <a:extLst>
              <a:ext uri="{A182841A-CDD1-4883-AF52-2AA26CA66971}">
                <a16:creationId xmlns:a16="http://schemas.microsoft.com/office/drawing/2010/main" id="{FD554D72-670E-4A60-9A69-0DC15464A1A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06DE237F-9699-4843-83DC-C2872219A00F}">
        <p14:creationId xmlns:p14="http://schemas.microsoft.com/office/powerpoint/2010/main" val="1759312219372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DD15B67-EA10-4688-8F2A-9F944EDBA6A1}">
                <a16:creationId xmlns:a16="http://schemas.microsoft.com/office/drawing/2010/main" id="{D50652B8-56D2-4CE0-B7CA-87F115C6A2A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anchor="b" bIns="0" lIns="0" rIns="0" rtlCol="0" tIns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B46A2922-F390-4BEB-9494-4666A682F986}">
                <a16:creationId xmlns:a16="http://schemas.microsoft.com/office/drawing/2010/main" id="{49C70750-A22F-42A1-B872-E341D2CBC4D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333500"/>
            <a:ext cx="2857500" cy="3238500"/>
          </a:xfrm>
        </p:spPr>
        <p:txBody>
          <a:bodyPr anchor="t" bIns="0" lIns="0" rIns="0" rtlCol="0" tIns="0">
            <a:noAutofit/>
          </a:bodyPr>
          <a:lstStyle>
            <a:lvl1pPr indent="0" lvl="0" marL="0">
              <a:buNone/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810281EE-690B-44B6-8DA5-84D9CAB779EC}">
                <a16:creationId xmlns:a16="http://schemas.microsoft.com/office/drawing/2010/main" id="{CD5C5C0C-4523-4613-9576-0681819EC0DE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14750" y="1333500"/>
            <a:ext cx="4667250" cy="3238500"/>
          </a:xfrm>
        </p:spPr>
        <p:txBody>
          <a:bodyPr bIns="0" lIns="0" rIns="0" rtlCol="0" tIns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Slide Number Placeholder 3">
            <a:extLst>
              <a:ext uri="{7175317D-ACE5-472C-8712-6823431DA227}">
                <a16:creationId xmlns:a16="http://schemas.microsoft.com/office/drawing/2010/main" id="{8DE84A8C-EF46-49AF-BD4C-2E473A1541D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2">
            <a:extLst>
              <a:ext uri="{A31A378C-DBF4-4E59-A66F-9EEBD296F863}">
                <a16:creationId xmlns:a16="http://schemas.microsoft.com/office/drawing/2010/main" id="{786D1094-796C-490E-A5D5-B01C9715504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1">
            <a:extLst>
              <a:ext uri="{8BE3CB8C-2CF3-462C-803F-0D42BE6B8895}">
                <a16:creationId xmlns:a16="http://schemas.microsoft.com/office/drawing/2010/main" id="{F6502FE7-03B9-4849-A607-D2048F6DA52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cxnSp>
        <p:nvCxnSpPr>
          <p:cNvPr id="8" name="">
            <a:extLst>
              <a:ext uri="{2BFE9192-A1A0-47A7-B7FC-9FAD095A5312}">
                <a16:creationId xmlns:a16="http://schemas.microsoft.com/office/drawing/2010/main" id="{CD1E93C4-E1E3-4AB9-8116-8F7DA8EEDAD0}"/>
              </a:ext>
            </a:extLst>
          </p:cNvPr>
          <p:cNvCxnSpPr/>
          <p:nvPr/>
        </p:nvCxnSpPr>
        <p:spPr>
          <a:xfrm flipH="true" flipV="true" rot="10800000">
            <a:off x="476250" y="1238250"/>
            <a:ext cx="81915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9" name="">
            <a:extLst>
              <a:ext uri="{C36A500F-FBE5-499B-9942-0F68E0DB3BE4}">
                <a16:creationId xmlns:a16="http://schemas.microsoft.com/office/drawing/2010/main" id="{024E6CF0-34F4-46EC-97AE-3A2BF611A14D}"/>
              </a:ext>
            </a:extLst>
          </p:cNvPr>
          <p:cNvCxnSpPr/>
          <p:nvPr/>
        </p:nvCxnSpPr>
        <p:spPr>
          <a:xfrm flipH="true" flipV="true" rot="10800000">
            <a:off x="0" y="4667250"/>
            <a:ext cx="91440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extLst>
      <p:ext uri="{8B4EF075-287A-4C0E-A3FF-473BE6B37233}">
        <p14:creationId xmlns:p14="http://schemas.microsoft.com/office/powerpoint/2010/main" val="1759312219372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E78BB16-0DF8-4E1F-B53B-0DF4C65F53AB}">
                <a16:creationId xmlns:a16="http://schemas.microsoft.com/office/drawing/2010/main" id="{579E1FE8-B661-4AC4-A793-9260AB944B0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anchor="b" bIns="0" lIns="0" rIns="0" rtlCol="0" tIns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C8742715-8667-40F2-9ECB-B53C590146B9}">
                <a16:creationId xmlns:a16="http://schemas.microsoft.com/office/drawing/2010/main" id="{A6A14038-8E56-41DF-963D-D269C17E890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333500"/>
            <a:ext cx="2857500" cy="3238500"/>
          </a:xfrm>
        </p:spPr>
        <p:txBody>
          <a:bodyPr anchor="t" bIns="0" lIns="0" rIns="0" rtlCol="0" tIns="0">
            <a:normAutofit/>
          </a:bodyPr>
          <a:lstStyle>
            <a:lvl1pPr indent="0" lvl="0" marL="0">
              <a:buNone/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Picture Placeholder 2">
            <a:extLst>
              <a:ext uri="{4C3CAF94-6982-47F2-903E-C7C81EA9103E}">
                <a16:creationId xmlns:a16="http://schemas.microsoft.com/office/drawing/2010/main" id="{974BD08D-2F31-4FF4-B0A7-2C8443602C31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14750" y="1333500"/>
            <a:ext cx="4667250" cy="3238500"/>
          </a:xfr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hidden="true" id="5" name="Slide Number Placeholder 4">
            <a:extLst>
              <a:ext uri="{CECE3896-B0CB-4CEB-A520-153EA7D78105}">
                <a16:creationId xmlns:a16="http://schemas.microsoft.com/office/drawing/2010/main" id="{DB3EDF30-56FF-4A5B-A2C7-ABAF650814D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3">
            <a:extLst>
              <a:ext uri="{32829E7F-DFD2-47CC-A336-1BA57D53CB68}">
                <a16:creationId xmlns:a16="http://schemas.microsoft.com/office/drawing/2010/main" id="{99EFB336-D008-492D-999A-C44A83FB0B9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1">
            <a:extLst>
              <a:ext uri="{74496C8C-70C3-4B31-B04A-BA6CB0C73578}">
                <a16:creationId xmlns:a16="http://schemas.microsoft.com/office/drawing/2010/main" id="{08BF9A28-C5C6-4A90-9253-E83E72BE940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cxnSp>
        <p:nvCxnSpPr>
          <p:cNvPr id="8" name="">
            <a:extLst>
              <a:ext uri="{AE503043-ED67-487D-AE85-6CEC0B8FAE43}">
                <a16:creationId xmlns:a16="http://schemas.microsoft.com/office/drawing/2010/main" id="{F36B39D9-7B92-4454-93EF-521950485DA6}"/>
              </a:ext>
            </a:extLst>
          </p:cNvPr>
          <p:cNvCxnSpPr/>
          <p:nvPr/>
        </p:nvCxnSpPr>
        <p:spPr>
          <a:xfrm flipH="true" flipV="true" rot="10800000">
            <a:off x="476250" y="1238250"/>
            <a:ext cx="81915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9" name="">
            <a:extLst>
              <a:ext uri="{593AD99B-6BAC-4499-8F15-3FE40C1B83CF}">
                <a16:creationId xmlns:a16="http://schemas.microsoft.com/office/drawing/2010/main" id="{8CD0C189-2323-41F2-B01A-D1DA04F2A15B}"/>
              </a:ext>
            </a:extLst>
          </p:cNvPr>
          <p:cNvCxnSpPr/>
          <p:nvPr/>
        </p:nvCxnSpPr>
        <p:spPr>
          <a:xfrm flipH="true" flipV="true" rot="10800000">
            <a:off x="0" y="4667250"/>
            <a:ext cx="91440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extLst>
      <p:ext uri="{6138A831-0FBB-471A-BCBB-28FCCB22A5FA}">
        <p14:creationId xmlns:p14="http://schemas.microsoft.com/office/powerpoint/2010/main" val="1759312219373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44BF9BA-2E53-4440-877E-E76C3D91EB2F}">
                <a16:creationId xmlns:a16="http://schemas.microsoft.com/office/drawing/2010/main" id="{BEC7DE8A-F034-4A1B-8D2A-C18F1A850E6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571500"/>
            <a:ext cx="7620000" cy="571500"/>
          </a:xfrm>
        </p:spPr>
        <p:txBody>
          <a:bodyPr anchor="b" bIns="0" lIns="0" rIns="0" rtlCol="0" tIns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D57E90F8-9D3C-4576-BC9C-242DA4B8448E}">
                <a16:creationId xmlns:a16="http://schemas.microsoft.com/office/drawing/2010/main" id="{3014179A-AA45-4B62-80A1-0E965E79A1B6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762000" y="1333500"/>
            <a:ext cx="1905000" cy="2667000"/>
          </a:xfr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Content Placeholder 2">
            <a:extLst>
              <a:ext uri="{7E08120F-6281-49ED-ACE1-AAD95B51B098}">
                <a16:creationId xmlns:a16="http://schemas.microsoft.com/office/drawing/2010/main" id="{D1B32CAD-F87C-4B98-9F54-D84EE37334B9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4095750"/>
            <a:ext cx="1905000" cy="476250"/>
          </a:xfrm>
          <a:prstGeom prst="rect">
            <a:avLst/>
          </a:prstGeom>
        </p:spPr>
        <p:txBody>
          <a:bodyPr anchor="t" bIns="0" lIns="0" rIns="0" rtlCol="0" tIns="0">
            <a:no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AB8E77C7-0360-48CF-8203-4B54D8EA5F5F}">
                <a16:creationId xmlns:a16="http://schemas.microsoft.com/office/drawing/2010/main" id="{38B7911B-2BC0-4A41-A1DF-72EFE6F38826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47975" y="1333500"/>
            <a:ext cx="3429000" cy="2667000"/>
          </a:xfr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Content Placeholder 2">
            <a:extLst>
              <a:ext uri="{F6B4858C-A0B7-48A5-AFFE-32E6302E7B03}">
                <a16:creationId xmlns:a16="http://schemas.microsoft.com/office/drawing/2010/main" id="{020A5555-DA94-4D07-B2E5-AD6954D39FD6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857500" y="4095750"/>
            <a:ext cx="3429000" cy="476250"/>
          </a:xfrm>
          <a:prstGeom prst="rect">
            <a:avLst/>
          </a:prstGeom>
        </p:spPr>
        <p:txBody>
          <a:bodyPr anchor="t" bIns="0" lIns="0" rIns="0" rtlCol="0" tIns="0">
            <a:no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7" name="Picture Placeholder 2">
            <a:extLst>
              <a:ext uri="{939BA312-3CE2-4602-85A3-AF9B29F456F9}">
                <a16:creationId xmlns:a16="http://schemas.microsoft.com/office/drawing/2010/main" id="{F241E8DE-9696-4509-9A4D-DD06B3E81BA4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477000" y="1333500"/>
            <a:ext cx="1905000" cy="2667000"/>
          </a:xfr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8" name="Content Placeholder 2">
            <a:extLst>
              <a:ext uri="{86C6FBA5-672B-419E-B52E-C858A52D4776}">
                <a16:creationId xmlns:a16="http://schemas.microsoft.com/office/drawing/2010/main" id="{76EFED4B-6DBA-444D-A212-0E7EDAA91F4E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77000" y="4095750"/>
            <a:ext cx="1905000" cy="476250"/>
          </a:xfrm>
          <a:prstGeom prst="rect">
            <a:avLst/>
          </a:prstGeom>
        </p:spPr>
        <p:txBody>
          <a:bodyPr anchor="t" bIns="0" lIns="0" rIns="0" rtlCol="0" tIns="0">
            <a:no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9" name="Slide Number Placeholder 4">
            <a:extLst>
              <a:ext uri="{70126E11-1E5B-4A8F-82B1-504BF4A4F06C}">
                <a16:creationId xmlns:a16="http://schemas.microsoft.com/office/drawing/2010/main" id="{4C98B8EA-4548-4C99-BF8D-CCBB456397D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10" name="Footer Placeholder 3">
            <a:extLst>
              <a:ext uri="{E87A4F77-261D-4FE1-BF5F-8AA6189866B9}">
                <a16:creationId xmlns:a16="http://schemas.microsoft.com/office/drawing/2010/main" id="{F060EEE1-5DB2-4EC1-B8F9-59736158480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1" name="Date Placeholder 1">
            <a:extLst>
              <a:ext uri="{D8DFD0C4-B682-47AE-8287-3380164D8B31}">
                <a16:creationId xmlns:a16="http://schemas.microsoft.com/office/drawing/2010/main" id="{8190562F-4D0B-4058-9897-2F744BB1C93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cxnSp>
        <p:nvCxnSpPr>
          <p:cNvPr id="12" name="">
            <a:extLst>
              <a:ext uri="{D16F24E4-130F-4073-9D50-A2BE71A9DEFC}">
                <a16:creationId xmlns:a16="http://schemas.microsoft.com/office/drawing/2010/main" id="{9D910229-803C-4BD9-B42C-76B06DFF858E}"/>
              </a:ext>
            </a:extLst>
          </p:cNvPr>
          <p:cNvCxnSpPr/>
          <p:nvPr/>
        </p:nvCxnSpPr>
        <p:spPr>
          <a:xfrm flipH="true" flipV="true" rot="10800000">
            <a:off x="476250" y="1238250"/>
            <a:ext cx="81915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13" name="">
            <a:extLst>
              <a:ext uri="{7BAA97AC-D61F-4806-9E97-DAD3BB4E95B5}">
                <a16:creationId xmlns:a16="http://schemas.microsoft.com/office/drawing/2010/main" id="{5066C85A-C755-43DF-996E-F17800D4B39F}"/>
              </a:ext>
            </a:extLst>
          </p:cNvPr>
          <p:cNvCxnSpPr/>
          <p:nvPr/>
        </p:nvCxnSpPr>
        <p:spPr>
          <a:xfrm flipH="true" flipV="true" rot="10800000">
            <a:off x="0" y="4667250"/>
            <a:ext cx="91440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custDataLst>
      <p:tags r:id="rId2"/>
    </p:custDataLst>
    <p:extLst>
      <p:ext uri="{5F5E155A-D14F-4F2A-8D05-43C33219BA7F}">
        <p14:creationId xmlns:p14="http://schemas.microsoft.com/office/powerpoint/2010/main" val="1759312219374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0C83EFC-388E-480D-B2A7-9027D9BF57DD}">
                <a16:creationId xmlns:a16="http://schemas.microsoft.com/office/drawing/2010/main" id="{DB08A985-E217-4AF7-BFE2-1239BB06A1B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66750" y="2095500"/>
            <a:ext cx="3619500" cy="952500"/>
          </a:xfrm>
        </p:spPr>
        <p:txBody>
          <a:bodyPr anchor="ctr" bIns="0" lIns="0" rIns="0" rtlCol="0" tIns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7E0B6B54-A130-494D-8866-567AB906BE55}">
                <a16:creationId xmlns:a16="http://schemas.microsoft.com/office/drawing/2010/main" id="{AA2E5AAC-EC27-4B71-B78A-1A7CFF4B12DB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4562008" y="2607087"/>
            <a:ext cx="1428750" cy="1428750"/>
          </a:xfr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A4858458-C4B3-403A-A8F4-BBB5287FA4AF}">
                <a16:creationId xmlns:a16="http://schemas.microsoft.com/office/drawing/2010/main" id="{E65EF022-CBF8-4821-9A1A-6BC0A313ABE7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6122422" y="2607087"/>
            <a:ext cx="1428750" cy="1428750"/>
          </a:xfr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6B5308BD-304C-42C2-BD9E-3F0D2C8519A2}">
                <a16:creationId xmlns:a16="http://schemas.microsoft.com/office/drawing/2010/main" id="{8441978A-952C-48CC-8B48-09F85EE5A7BC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6418612" y="1055912"/>
            <a:ext cx="1428750" cy="1428750"/>
          </a:xfr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795BFC64-0F50-4392-B11C-D4902E6B4279}">
                <a16:creationId xmlns:a16="http://schemas.microsoft.com/office/drawing/2010/main" id="{89DB01FD-C1A5-4812-BF74-64EB879F209F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4850606" y="1055912"/>
            <a:ext cx="1428750" cy="1428750"/>
          </a:xfr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hidden="true" id="7" name="Slide Number Placeholder 4">
            <a:extLst>
              <a:ext uri="{4361F490-6B30-4C5D-BE87-81564B8F49F3}">
                <a16:creationId xmlns:a16="http://schemas.microsoft.com/office/drawing/2010/main" id="{A1F4A759-6387-4FCF-AC44-4613A62EBD4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8" name="Footer Placeholder 3">
            <a:extLst>
              <a:ext uri="{BA973795-6E01-408D-9854-A5F3B54317EB}">
                <a16:creationId xmlns:a16="http://schemas.microsoft.com/office/drawing/2010/main" id="{3CE80255-11FC-4CEE-9595-7E467CA2A5A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9" name="Date Placeholder 1">
            <a:extLst>
              <a:ext uri="{65D70867-4C3C-4F49-BB6B-15FBD09C17C5}">
                <a16:creationId xmlns:a16="http://schemas.microsoft.com/office/drawing/2010/main" id="{7DFC6DA8-B173-406C-AD52-66ED1CDE90B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cxnSp>
        <p:nvCxnSpPr>
          <p:cNvPr id="10" name="">
            <a:extLst>
              <a:ext uri="{4F5ECCD5-AD6C-4529-AED5-C5F0E2F7FB03}">
                <a16:creationId xmlns:a16="http://schemas.microsoft.com/office/drawing/2010/main" id="{6BAB66A9-EB1F-431A-9743-7887F91550E9}"/>
              </a:ext>
            </a:extLst>
          </p:cNvPr>
          <p:cNvCxnSpPr/>
          <p:nvPr/>
        </p:nvCxnSpPr>
        <p:spPr>
          <a:xfrm flipH="true" flipV="true" rot="10800000">
            <a:off x="476250" y="666750"/>
            <a:ext cx="8191500" cy="0"/>
          </a:xfrm>
          <a:prstGeom prst="line">
            <a:avLst/>
          </a:prstGeom>
          <a:ln cap="flat" w="19050">
            <a:solidFill>
              <a:srgbClr val="ef5941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  <p:cxnSp>
        <p:nvCxnSpPr>
          <p:cNvPr id="11" name="">
            <a:extLst>
              <a:ext uri="{45ABA85A-5EA6-419C-9570-8270D8302F1F}">
                <a16:creationId xmlns:a16="http://schemas.microsoft.com/office/drawing/2010/main" id="{3E7AEF9E-6E71-476E-BC45-D4C4BC7B37BC}"/>
              </a:ext>
            </a:extLst>
          </p:cNvPr>
          <p:cNvCxnSpPr/>
          <p:nvPr/>
        </p:nvCxnSpPr>
        <p:spPr>
          <a:xfrm flipH="true" flipV="true" rot="10800000">
            <a:off x="0" y="4476750"/>
            <a:ext cx="9144000" cy="0"/>
          </a:xfrm>
          <a:prstGeom prst="line">
            <a:avLst/>
          </a:prstGeom>
          <a:ln cap="flat" w="19050">
            <a:solidFill>
              <a:srgbClr val="7546a5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</p:cxnSp>
    </p:spTree>
    <p:custDataLst>
      <p:tags r:id="rId2"/>
    </p:custDataLst>
    <p:extLst>
      <p:ext uri="{44B2A611-954B-4E67-8056-2939F8E6CDC5}">
        <p14:creationId xmlns:p14="http://schemas.microsoft.com/office/powerpoint/2010/main" val="1759312219375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E340E9B1-54B2-410A-98A7-1D669C2C2FFF}">
                <a16:creationId xmlns:a16="http://schemas.microsoft.com/office/drawing/2010/main" id="{8468F859-FD7E-444D-BE3A-E66F151FEE3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81000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84073045-D846-4766-AAA6-CC3652C01415}">
                <a16:creationId xmlns:a16="http://schemas.microsoft.com/office/drawing/2010/main" id="{5C83305E-830F-490E-8E6A-A33144677B8E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4" name="Slide Number Placeholder 5">
            <a:extLst>
              <a:ext uri="{F4F5A09C-7C1D-4F1E-B4C5-47880D77B3A9}">
                <a16:creationId xmlns:a16="http://schemas.microsoft.com/office/drawing/2010/main" id="{3E2715D2-E485-4518-8611-8F3F1FE5CF1B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5" name="Footer Placeholder 4">
            <a:extLst>
              <a:ext uri="{C001C440-4719-4B2F-AAA0-2DCB165CDED3}">
                <a16:creationId xmlns:a16="http://schemas.microsoft.com/office/drawing/2010/main" id="{7C11AD45-0462-4741-8CA1-844251929A75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6" name="Date Placeholder 3">
            <a:extLst>
              <a:ext uri="{0626B6D8-A884-4755-B295-E08E00AA0FC8}">
                <a16:creationId xmlns:a16="http://schemas.microsoft.com/office/drawing/2010/main" id="{93AAF98B-295E-48EC-A7D2-5665D708C5F2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0" dirty="0" i="0" lang="en-US" sz="28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har char="•"/>
        <a:buClr>
          <a:srgbClr val="ef5941"/>
        </a:buClr>
        <a:buFont typeface="Arial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har char="-"/>
        <a:buClr>
          <a:srgbClr val="ef5941"/>
        </a:buClr>
        <a:buFont typeface="Arial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har char="-"/>
        <a:buClr>
          <a:srgbClr val="ef5941"/>
        </a:buClr>
        <a:buFont typeface="Arial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har char="-"/>
        <a:buClr>
          <a:srgbClr val="ef5941"/>
        </a:buClr>
        <a:buFont typeface="Arial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har char="-"/>
        <a:buClr>
          <a:srgbClr val="ef5941"/>
        </a:buClr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../media/image8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../media/image9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571817E-ED84-42F0-A20D-910C4D7CCE4C}">
                <a16:creationId xmlns:a16="http://schemas.microsoft.com/office/drawing/2010/main" id="{9C32D831-0B0C-4CF8-A895-D5B93785DD0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Case Study on Agile Practices in E-Learning Platforms</a:t>
            </a:r>
            <a:endParaRPr dirty="0" lang="en-US"/>
          </a:p>
        </p:txBody>
      </p:sp>
      <p:sp>
        <p:nvSpPr>
          <p:cNvPr id="3" name="Subtitle 2">
            <a:extLst>
              <a:ext uri="{D16CF775-1333-44AC-AA79-A9E911EF45CB}">
                <a16:creationId xmlns:a16="http://schemas.microsoft.com/office/drawing/2010/main" id="{4AC53172-E27C-4C30-A3BD-D5B64F43CA66}"/>
              </a:ext>
            </a:extLst>
          </p:cNvPr>
          <p:cNvSpPr>
            <a:spLocks noGrp="true"/>
          </p:cNvSpPr>
          <p:nvPr>
            <p:ph idx="1" type="subTitle"/>
          </p:nvPr>
        </p:nvSpPr>
        <p:spPr/>
        <p:txBody>
          <a:bodyPr rtlCol="0"/>
          <a:lstStyle/>
          <a:p>
            <a:pPr/>
            <a:r>
              <a:rPr dirty="0" lang="en-US"/>
              <a:t>Presented by </a:t>
            </a:r>
            <a:r>
              <a:rPr dirty="0" err="1" lang="en-US"/>
              <a:t>Iyyappan</a:t>
            </a:r>
            <a:endParaRPr dirty="0" err="1" lang="en-US"/>
          </a:p>
        </p:txBody>
      </p:sp>
    </p:spTree>
    <p:extLst>
      <p:ext uri="{179EC4BD-3BD7-459E-A306-D1B1745CAB1C}">
        <p14:creationId xmlns:p14="http://schemas.microsoft.com/office/powerpoint/2010/main" val="1759312219377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92200BE-65EE-4BAC-8E5E-E151377910D2}">
                <a16:creationId xmlns:a16="http://schemas.microsoft.com/office/drawing/2010/main" id="{91A77953-DCCF-40CD-965F-85014EBF07F2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Case Study Summary</a:t>
            </a:r>
            <a:endParaRPr dirty="0" lang="en-US"/>
          </a:p>
        </p:txBody>
      </p:sp>
      <p:sp>
        <p:nvSpPr>
          <p:cNvPr id="3" name="Content Placeholder 2">
            <a:extLst>
              <a:ext uri="{69FEED6F-7F8C-4A80-9DD0-BF11274935B4}">
                <a16:creationId xmlns:a16="http://schemas.microsoft.com/office/drawing/2010/main" id="{4F371ACA-0D9F-4957-82F2-21DB41290EE6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/>
              <a:t>This case study examines the implementation of Agile practices in two e-learning platforms: </a:t>
            </a:r>
            <a:r>
              <a:rPr dirty="0" err="1" lang="en-US"/>
              <a:t>NeoLearn</a:t>
            </a:r>
            <a:r>
              <a:rPr dirty="0" lang="en-US"/>
              <a:t> Technologies and </a:t>
            </a:r>
            <a:r>
              <a:rPr dirty="0" err="1" lang="en-US"/>
              <a:t>EduFlex</a:t>
            </a:r>
            <a:r>
              <a:rPr dirty="0" lang="en-US"/>
              <a:t> Startup.</a:t>
            </a:r>
          </a:p>
          <a:p>
            <a:pPr/>
            <a:r>
              <a:rPr dirty="0" err="1" lang="en-US"/>
              <a:t>NeoLearn</a:t>
            </a:r>
            <a:r>
              <a:rPr dirty="0" lang="en-US"/>
              <a:t> Technologies aimed to enhance learner engagement through features like a badge system, dashboard, and progress sync.</a:t>
            </a:r>
          </a:p>
          <a:p>
            <a:pPr/>
            <a:r>
              <a:rPr dirty="0" err="1" lang="en-US"/>
              <a:t>EduFlex</a:t>
            </a:r>
            <a:r>
              <a:rPr dirty="0" lang="en-US"/>
              <a:t> Startup adopted </a:t>
            </a:r>
            <a:r>
              <a:rPr dirty="0" err="1" lang="en-US"/>
              <a:t>XP</a:t>
            </a:r>
            <a:r>
              <a:rPr dirty="0" lang="en-US"/>
              <a:t> Feedback Loops to improve </a:t>
            </a:r>
            <a:r>
              <a:rPr dirty="0" err="1" lang="en-US"/>
              <a:t>OTP</a:t>
            </a:r>
            <a:r>
              <a:rPr dirty="0" lang="en-US"/>
              <a:t> recovery, grading transparency, and quick timetable adaptation.</a:t>
            </a:r>
            <a:endParaRPr dirty="0" lang="en-US"/>
          </a:p>
        </p:txBody>
      </p:sp>
    </p:spTree>
    <p:extLst>
      <p:ext uri="{8BC29DD2-890F-4D53-87D7-EB7F98D78AD1}">
        <p14:creationId xmlns:p14="http://schemas.microsoft.com/office/powerpoint/2010/main" val="1759312219378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A54D5405-4CCE-42E3-88F4-37BA65E75933}">
                <a16:creationId xmlns:a16="http://schemas.microsoft.com/office/drawing/2010/main" id="{06F12CFA-5E41-414F-A153-2E3C5075FDCC}"/>
              </a:ext>
            </a:extLst>
          </p:cNvPr>
          <p:cNvSpPr>
            <a:spLocks noGrp="true"/>
          </p:cNvSpPr>
          <p:nvPr>
            <p:ph type="body"/>
          </p:nvPr>
        </p:nvSpPr>
        <p:spPr/>
        <p:txBody>
          <a:bodyPr rtlCol="0">
            <a:normAutofit fontScale="92500" lnSpcReduction="10000"/>
          </a:bodyPr>
          <a:lstStyle/>
          <a:p>
            <a:pPr/>
            <a:r>
              <a:rPr dirty="0" lang="en-US"/>
              <a:t>Agile Model for Incremental Development</a:t>
            </a:r>
            <a:endParaRPr dirty="0" lang="en-US"/>
          </a:p>
        </p:txBody>
      </p:sp>
      <p:sp>
        <p:nvSpPr>
          <p:cNvPr id="3" name="Text Placeholder 4">
            <a:extLst>
              <a:ext uri="{3F39F1DA-1A14-4B38-8FEF-C1E06A6007D6}">
                <a16:creationId xmlns:a16="http://schemas.microsoft.com/office/drawing/2010/main" id="{A49157CD-E058-4530-AA2E-09FA51D847DA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>
            <a:normAutofit fontScale="92500" lnSpcReduction="20000"/>
          </a:bodyPr>
          <a:lstStyle/>
          <a:p>
            <a:pPr/>
            <a:r>
              <a:rPr dirty="0" lang="en-US"/>
              <a:t>Extreme Programming (</a:t>
            </a:r>
            <a:r>
              <a:rPr dirty="0" err="1" lang="en-US"/>
              <a:t>XP</a:t>
            </a:r>
            <a:r>
              <a:rPr dirty="0" lang="en-US"/>
              <a:t>) for Continuous Improvement</a:t>
            </a:r>
            <a:endParaRPr dirty="0" lang="en-US"/>
          </a:p>
        </p:txBody>
      </p:sp>
      <p:sp>
        <p:nvSpPr>
          <p:cNvPr id="4" name="Content Placeholder 2">
            <a:extLst>
              <a:ext uri="{D81138D0-489E-4129-831B-396DAA8CEB9D}">
                <a16:creationId xmlns:a16="http://schemas.microsoft.com/office/drawing/2010/main" id="{46CC667E-C3AE-481C-9DB8-DE0F99450605}"/>
              </a:ext>
            </a:extLst>
          </p:cNvPr>
          <p:cNvSpPr>
            <a:spLocks noGrp="true"/>
          </p:cNvSpPr>
          <p:nvPr>
            <p:ph idx="2"/>
          </p:nvPr>
        </p:nvSpPr>
        <p:spPr/>
        <p:txBody>
          <a:bodyPr rtlCol="0">
            <a:normAutofit fontScale="100000" lnSpcReduction="0"/>
          </a:bodyPr>
          <a:lstStyle/>
          <a:p>
            <a:pPr/>
            <a:r>
              <a:rPr dirty="0" lang="en-US"/>
              <a:t>The Agile model was chosen for its ability to facilitate incremental development and continuous feedback.</a:t>
            </a:r>
          </a:p>
          <a:p>
            <a:pPr/>
            <a:r>
              <a:rPr dirty="0" lang="en-US"/>
              <a:t>Scrum Framework was used for sprint reviews and backlog adaptation, ensuring structured collaboration and transparency.</a:t>
            </a:r>
            <a:endParaRPr dirty="0" lang="en-US"/>
          </a:p>
        </p:txBody>
      </p:sp>
      <p:sp>
        <p:nvSpPr>
          <p:cNvPr id="5" name="Title 1">
            <a:extLst>
              <a:ext uri="{4B7F5150-E756-457F-84F3-7404835FAC48}">
                <a16:creationId xmlns:a16="http://schemas.microsoft.com/office/drawing/2010/main" id="{A9CC6DD6-B0AD-4BE3-92BA-1199ECE2055D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/>
          <a:p>
            <a:pPr/>
            <a:r>
              <a:rPr dirty="0" lang="en-US"/>
              <a:t>Model Used</a:t>
            </a:r>
            <a:endParaRPr dirty="0" lang="en-US"/>
          </a:p>
        </p:txBody>
      </p:sp>
      <p:sp>
        <p:nvSpPr>
          <p:cNvPr id="6" name="Content Placeholder 2">
            <a:extLst>
              <a:ext uri="{28B611A8-3791-4107-AB94-393A8E7287C0}">
                <a16:creationId xmlns:a16="http://schemas.microsoft.com/office/drawing/2010/main" id="{06901D1C-E4D1-4CC1-B28F-07660485C615}"/>
              </a:ext>
            </a:extLst>
          </p:cNvPr>
          <p:cNvSpPr>
            <a:spLocks noGrp="true"/>
          </p:cNvSpPr>
          <p:nvPr>
            <p:ph idx="4"/>
          </p:nvPr>
        </p:nvSpPr>
        <p:spPr/>
        <p:txBody>
          <a:bodyPr rtlCol="0">
            <a:normAutofit fontScale="100000" lnSpcReduction="0"/>
          </a:bodyPr>
          <a:lstStyle/>
          <a:p>
            <a:pPr/>
            <a:r>
              <a:rPr dirty="0" err="1" lang="en-US"/>
              <a:t>XP</a:t>
            </a:r>
            <a:r>
              <a:rPr dirty="0" lang="en-US"/>
              <a:t> was implemented for feedback loops that drive continuous improvement.</a:t>
            </a:r>
          </a:p>
          <a:p>
            <a:pPr/>
            <a:r>
              <a:rPr dirty="0" lang="en-US"/>
              <a:t>Agile practices ensured flexibility, stakeholder involvement, and adaptability in both scenarios.</a:t>
            </a:r>
            <a:endParaRPr dirty="0" lang="en-US"/>
          </a:p>
        </p:txBody>
      </p:sp>
    </p:spTree>
    <p:extLst>
      <p:ext uri="{165D5C9A-D9AE-4B75-AE61-09A0909FBFFA}">
        <p14:creationId xmlns:p14="http://schemas.microsoft.com/office/powerpoint/2010/main" val="1759312219379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1E1AD91B-5064-4D99-B696-210F7AC5AF73}">
                <a16:creationId xmlns:a16="http://schemas.microsoft.com/office/drawing/2010/main" id="{CF6363D6-0BF9-47D4-A6FE-EC865FC54A2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Applying Scrum in </a:t>
            </a:r>
            <a:r>
              <a:rPr dirty="0" err="1" lang="en-US"/>
              <a:t>NeoLearn</a:t>
            </a:r>
            <a:endParaRPr dirty="0" err="1" lang="en-US"/>
          </a:p>
        </p:txBody>
      </p:sp>
      <p:sp>
        <p:nvSpPr>
          <p:cNvPr id="3" name="Content Placeholder 2">
            <a:extLst>
              <a:ext uri="{77CA3726-B982-4B9D-B7F3-4375862AD28C}">
                <a16:creationId xmlns:a16="http://schemas.microsoft.com/office/drawing/2010/main" id="{6121FF07-EA95-4747-8C23-0A157DD289AA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/>
              <a:t>The sprint goal was to improve learner engagement through badges, dashboard, and sync features.</a:t>
            </a:r>
          </a:p>
          <a:p>
            <a:pPr/>
            <a:r>
              <a:rPr dirty="0" lang="en-US"/>
              <a:t>Sprint reviews involved the Scrum Master, Product Owner, Developers, and Stakeholders.</a:t>
            </a:r>
          </a:p>
          <a:p>
            <a:pPr/>
            <a:r>
              <a:rPr dirty="0" lang="en-US"/>
              <a:t>The backlog was updated based on feedback, including the addition of a leaderboard and mobile-friendly graphs.</a:t>
            </a:r>
            <a:endParaRPr dirty="0" lang="en-US"/>
          </a:p>
        </p:txBody>
      </p:sp>
    </p:spTree>
    <p:extLst>
      <p:ext uri="{7A63E4DF-0F72-40B9-9534-5001EA1FE4A3}">
        <p14:creationId xmlns:p14="http://schemas.microsoft.com/office/powerpoint/2010/main" val="1759312219380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19BAD16-134E-412F-BEC0-02A647F35A9E}">
                <a16:creationId xmlns:a16="http://schemas.microsoft.com/office/drawing/2010/main" id="{57C73F22-A4C3-4BC7-A4EE-4B96BAF9FB8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Scrum Outcomes in </a:t>
            </a:r>
            <a:r>
              <a:rPr dirty="0" err="1" lang="en-US"/>
              <a:t>NeoLearn</a:t>
            </a:r>
            <a:endParaRPr dirty="0" err="1" lang="en-US"/>
          </a:p>
        </p:txBody>
      </p:sp>
      <p:sp>
        <p:nvSpPr>
          <p:cNvPr id="3" name="Content Placeholder 2">
            <a:extLst>
              <a:ext uri="{17A8222D-334D-4ED8-B175-49F084582E7B}">
                <a16:creationId xmlns:a16="http://schemas.microsoft.com/office/drawing/2010/main" id="{3B8105EF-0081-4A13-8746-15E5F72C68FD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/>
              <a:t>Achievements included badges, a redesigned dashboard, and partial sync functionality.</a:t>
            </a:r>
          </a:p>
          <a:p>
            <a:pPr/>
            <a:r>
              <a:rPr dirty="0" lang="en-US"/>
              <a:t>Challenges faced were staging issues and incomplete features.</a:t>
            </a:r>
          </a:p>
          <a:p>
            <a:pPr/>
            <a:r>
              <a:rPr dirty="0" lang="en-US"/>
              <a:t>The next steps involve fixing sync issues, adding a leaderboard, and improving mobile usability.</a:t>
            </a:r>
          </a:p>
          <a:p>
            <a:pPr/>
            <a:r>
              <a:rPr dirty="0" lang="en-US"/>
              <a:t>Transparency and stakeholder alignment were ensured throughout the process.</a:t>
            </a:r>
            <a:endParaRPr dirty="0" lang="en-US"/>
          </a:p>
        </p:txBody>
      </p:sp>
    </p:spTree>
    <p:extLst>
      <p:ext uri="{F628A161-BA46-4C80-AF1C-67E068C630D7}">
        <p14:creationId xmlns:p14="http://schemas.microsoft.com/office/powerpoint/2010/main" val="1759312219381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94861C4-ECF9-4539-90EE-110285CBC925}">
                <a16:creationId xmlns:a16="http://schemas.microsoft.com/office/drawing/2010/main" id="{47A5178C-5DA2-412D-BD6A-C3187EB21C22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1433407" y="131035"/>
            <a:ext cx="6265859" cy="6021733"/>
          </a:xfrm>
          <a:prstGeom prst="rect">
            <a:avLst/>
          </a:prstGeom>
          <a:noFill/>
        </p:spPr>
      </p:pic>
    </p:spTree>
    <p:extLst>
      <p:ext uri="{0EEC4FA9-0AFE-4E50-A614-828F69A233FF}">
        <p14:creationId xmlns:p14="http://schemas.microsoft.com/office/powerpoint/2010/main" val="1759312219382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3ECCC25-4F6D-4E2F-94E8-1DEF21837095}">
                <a16:creationId xmlns:a16="http://schemas.microsoft.com/office/drawing/2010/main" id="{572DA1D5-A2AD-4F89-B9D5-2C7DAFD17968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Applying </a:t>
            </a:r>
            <a:r>
              <a:rPr dirty="0" err="1" lang="en-US"/>
              <a:t>XP</a:t>
            </a:r>
            <a:r>
              <a:rPr dirty="0" lang="en-US"/>
              <a:t> Feedback Loops in </a:t>
            </a:r>
            <a:r>
              <a:rPr dirty="0" err="1" lang="en-US"/>
              <a:t>EduFlex</a:t>
            </a:r>
            <a:endParaRPr dirty="0" err="1" lang="en-US"/>
          </a:p>
        </p:txBody>
      </p:sp>
      <p:sp>
        <p:nvSpPr>
          <p:cNvPr id="3" name="Content Placeholder 2">
            <a:extLst>
              <a:ext uri="{116AAB6D-455E-4E2C-AEDD-54ADFD845062}">
                <a16:creationId xmlns:a16="http://schemas.microsoft.com/office/drawing/2010/main" id="{8512E186-00FC-45C2-BCCF-52EAE1324C7F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/>
              <a:t>Unit tests were used for quick bug detection.</a:t>
            </a:r>
          </a:p>
          <a:p>
            <a:pPr/>
            <a:r>
              <a:rPr dirty="0" lang="en-US"/>
              <a:t>Continuous Integration ensured automated stable builds.</a:t>
            </a:r>
          </a:p>
          <a:p>
            <a:pPr/>
            <a:r>
              <a:rPr dirty="0" lang="en-US"/>
              <a:t>Weekly customer demos validated the product.</a:t>
            </a:r>
          </a:p>
          <a:p>
            <a:pPr/>
            <a:r>
              <a:rPr dirty="0" lang="en-US"/>
              <a:t>Student feedback led to usability improvements.</a:t>
            </a:r>
          </a:p>
          <a:p>
            <a:pPr/>
            <a:r>
              <a:rPr dirty="0" lang="en-US"/>
              <a:t>Bi-weekly retrospectives refined the process.</a:t>
            </a:r>
            <a:endParaRPr dirty="0" lang="en-US"/>
          </a:p>
        </p:txBody>
      </p:sp>
    </p:spTree>
    <p:extLst>
      <p:ext uri="{56EE89C9-1A82-47E8-9F05-DDBB729DDC43}">
        <p14:creationId xmlns:p14="http://schemas.microsoft.com/office/powerpoint/2010/main" val="1759312219382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B35426-1A8D-45AF-A160-16C4D7AFA60F}">
                <a16:creationId xmlns:a16="http://schemas.microsoft.com/office/drawing/2010/main" id="{B6EEDFC9-A0A7-48BA-B6B1-F18AC45592F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err="1" lang="en-US"/>
              <a:t>XP</a:t>
            </a:r>
            <a:r>
              <a:rPr dirty="0" lang="en-US"/>
              <a:t> Feedback Examples in </a:t>
            </a:r>
            <a:r>
              <a:rPr dirty="0" err="1" lang="en-US"/>
              <a:t>EduFlex</a:t>
            </a:r>
            <a:endParaRPr dirty="0" err="1" lang="en-US"/>
          </a:p>
        </p:txBody>
      </p:sp>
      <p:sp>
        <p:nvSpPr>
          <p:cNvPr id="3" name="Content Placeholder 2">
            <a:extLst>
              <a:ext uri="{BFC8F4BB-E7F1-4C21-B155-6AA421888DC8}">
                <a16:creationId xmlns:a16="http://schemas.microsoft.com/office/drawing/2010/main" id="{C90E02A0-B928-4537-8D9F-6FF36D6EAADE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err="1" lang="en-US"/>
              <a:t>OTP</a:t>
            </a:r>
            <a:r>
              <a:rPr dirty="0" lang="en-US"/>
              <a:t> password recovery was implemented based on student feedback.</a:t>
            </a:r>
          </a:p>
          <a:p>
            <a:pPr/>
            <a:r>
              <a:rPr dirty="0" lang="en-US"/>
              <a:t>Faculty grading concerns were addressed with an explanation button.</a:t>
            </a:r>
          </a:p>
          <a:p>
            <a:pPr/>
            <a:r>
              <a:rPr dirty="0" lang="en-US"/>
              <a:t>The university timetable change was adapted within 2 days.</a:t>
            </a:r>
            <a:endParaRPr dirty="0" lang="en-US"/>
          </a:p>
        </p:txBody>
      </p:sp>
    </p:spTree>
    <p:extLst>
      <p:ext uri="{F9E3551F-B32E-4D10-8FCD-3054DB20E9DC}">
        <p14:creationId xmlns:p14="http://schemas.microsoft.com/office/powerpoint/2010/main" val="1759312219383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EDBB0F6F-12BD-4915-9E01-60D1A2FC782A}">
                <a16:creationId xmlns:a16="http://schemas.microsoft.com/office/drawing/2010/main" id="{756D0EA7-3ADF-4481-B8C6-C3D0799C8816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1371085" y="196634"/>
            <a:ext cx="7003056" cy="5411447"/>
          </a:xfrm>
          <a:prstGeom prst="rect">
            <a:avLst/>
          </a:prstGeom>
          <a:noFill/>
        </p:spPr>
      </p:pic>
    </p:spTree>
    <p:extLst>
      <p:ext uri="{94832D47-C597-4F58-97CA-BE2337BA810E}">
        <p14:creationId xmlns:p14="http://schemas.microsoft.com/office/powerpoint/2010/main" val="1759312219384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178627BC-6D8A-49DC-94F0-CFFCA4A5F703}">
                <a16:creationId xmlns:a16="http://schemas.microsoft.com/office/drawing/2010/main" id="{C38091A0-D880-4057-84DD-65E54A0209F0}"/>
              </a:ext>
            </a:extLst>
          </p:cNvPr>
          <p:cNvSpPr>
            <a:spLocks noGrp="true"/>
          </p:cNvSpPr>
          <p:nvPr>
            <p:ph type="body"/>
          </p:nvPr>
        </p:nvSpPr>
        <p:spPr/>
        <p:txBody>
          <a:bodyPr rtlCol="0">
            <a:normAutofit fontScale="100000" lnSpcReduction="0"/>
          </a:bodyPr>
          <a:lstStyle/>
          <a:p>
            <a:pPr/>
            <a:r>
              <a:rPr dirty="0" lang="en-US"/>
              <a:t>Benefits</a:t>
            </a:r>
            <a:endParaRPr dirty="0" lang="en-US"/>
          </a:p>
        </p:txBody>
      </p:sp>
      <p:sp>
        <p:nvSpPr>
          <p:cNvPr id="3" name="Text Placeholder 4">
            <a:extLst>
              <a:ext uri="{32C51E9F-E20A-4F66-A2CD-0CF32F488D31}">
                <a16:creationId xmlns:a16="http://schemas.microsoft.com/office/drawing/2010/main" id="{0D84EE91-168F-4E82-A7F6-BD5FAE1B22F5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>
            <a:normAutofit fontScale="100000" lnSpcReduction="0"/>
          </a:bodyPr>
          <a:lstStyle/>
          <a:p>
            <a:pPr/>
            <a:r>
              <a:rPr dirty="0" lang="en-US"/>
              <a:t>Challenges</a:t>
            </a:r>
            <a:endParaRPr dirty="0" lang="en-US"/>
          </a:p>
        </p:txBody>
      </p:sp>
      <p:sp>
        <p:nvSpPr>
          <p:cNvPr id="4" name="Content Placeholder 2">
            <a:extLst>
              <a:ext uri="{9BCBA731-0D10-4284-AE49-238628C23665}">
                <a16:creationId xmlns:a16="http://schemas.microsoft.com/office/drawing/2010/main" id="{D492DBC8-4148-42B9-9273-F52568F3FCDD}"/>
              </a:ext>
            </a:extLst>
          </p:cNvPr>
          <p:cNvSpPr>
            <a:spLocks noGrp="true"/>
          </p:cNvSpPr>
          <p:nvPr>
            <p:ph idx="2"/>
          </p:nvPr>
        </p:nvSpPr>
        <p:spPr/>
        <p:txBody>
          <a:bodyPr rtlCol="0">
            <a:normAutofit fontScale="100000" lnSpcReduction="0"/>
          </a:bodyPr>
          <a:lstStyle/>
          <a:p>
            <a:pPr/>
            <a:r>
              <a:rPr dirty="0" lang="en-US"/>
              <a:t>Early bug detection improved product quality.</a:t>
            </a:r>
          </a:p>
          <a:p>
            <a:pPr/>
            <a:r>
              <a:rPr dirty="0" lang="en-US"/>
              <a:t>Faculty trust was built through transparency.</a:t>
            </a:r>
          </a:p>
          <a:p>
            <a:pPr/>
            <a:r>
              <a:rPr dirty="0" lang="en-US"/>
              <a:t>Usability was enhanced through iterative improvements.</a:t>
            </a:r>
            <a:endParaRPr dirty="0" lang="en-US"/>
          </a:p>
        </p:txBody>
      </p:sp>
      <p:sp>
        <p:nvSpPr>
          <p:cNvPr id="5" name="Title 1">
            <a:extLst>
              <a:ext uri="{A3A7194D-5F42-49AE-9118-F0AEC53E6ED9}">
                <a16:creationId xmlns:a16="http://schemas.microsoft.com/office/drawing/2010/main" id="{6F935254-42A3-4F9F-8C8A-09D51E93F91F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/>
          <a:p>
            <a:pPr/>
            <a:r>
              <a:rPr dirty="0" lang="en-US"/>
              <a:t>Benefits and Challenges of </a:t>
            </a:r>
            <a:r>
              <a:rPr dirty="0" err="1" lang="en-US"/>
              <a:t>XP</a:t>
            </a:r>
            <a:r>
              <a:rPr dirty="0" lang="en-US"/>
              <a:t> Loops</a:t>
            </a:r>
            <a:endParaRPr dirty="0" lang="en-US"/>
          </a:p>
        </p:txBody>
      </p:sp>
      <p:sp>
        <p:nvSpPr>
          <p:cNvPr id="6" name="Content Placeholder 2">
            <a:extLst>
              <a:ext uri="{9EDC45F3-DE3A-4C2C-8FA7-3DE4980CEA8D}">
                <a16:creationId xmlns:a16="http://schemas.microsoft.com/office/drawing/2010/main" id="{8CF9D191-9984-432D-BEF7-A795F584A68F}"/>
              </a:ext>
            </a:extLst>
          </p:cNvPr>
          <p:cNvSpPr>
            <a:spLocks noGrp="true"/>
          </p:cNvSpPr>
          <p:nvPr>
            <p:ph idx="4"/>
          </p:nvPr>
        </p:nvSpPr>
        <p:spPr/>
        <p:txBody>
          <a:bodyPr rtlCol="0">
            <a:normAutofit fontScale="100000" lnSpcReduction="0"/>
          </a:bodyPr>
          <a:lstStyle/>
          <a:p>
            <a:pPr/>
            <a:r>
              <a:rPr dirty="0" lang="en-US"/>
              <a:t>Conflicting feedback required careful management.</a:t>
            </a:r>
          </a:p>
          <a:p>
            <a:pPr/>
            <a:r>
              <a:rPr dirty="0" lang="en-US"/>
              <a:t>Last-minute changes put pressure on developers.</a:t>
            </a:r>
          </a:p>
          <a:p>
            <a:pPr/>
            <a:r>
              <a:rPr dirty="0" lang="en-US"/>
              <a:t>A balance between speed and stability was necessary.</a:t>
            </a:r>
            <a:endParaRPr dirty="0" lang="en-US"/>
          </a:p>
        </p:txBody>
      </p:sp>
    </p:spTree>
    <p:extLst>
      <p:ext uri="{83C275EA-C3B3-47F7-8D6C-CFAA970B8BED}">
        <p14:creationId xmlns:p14="http://schemas.microsoft.com/office/powerpoint/2010/main" val="175931221938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584A85F-8C07-4367-8E1B-A1EE8889BA53}">
                <a16:creationId xmlns:a16="http://schemas.microsoft.com/office/drawing/2010/main" id="{07557BAF-7841-4B6D-90B7-1620E6996D0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Conclusion</a:t>
            </a:r>
            <a:endParaRPr dirty="0" lang="en-US"/>
          </a:p>
        </p:txBody>
      </p:sp>
      <p:sp>
        <p:nvSpPr>
          <p:cNvPr id="3" name="Subtitle 2">
            <a:extLst>
              <a:ext uri="{D65E0820-BEDB-49CD-AB0C-172C37DEC11B}">
                <a16:creationId xmlns:a16="http://schemas.microsoft.com/office/drawing/2010/main" id="{5555170F-3A95-4187-843C-248909262661}"/>
              </a:ext>
            </a:extLst>
          </p:cNvPr>
          <p:cNvSpPr>
            <a:spLocks noGrp="true"/>
          </p:cNvSpPr>
          <p:nvPr>
            <p:ph idx="1" type="subTitle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</p:spTree>
    <p:extLst>
      <p:ext uri="{D7472271-8538-4E14-A6A6-D72EEED761B5}">
        <p14:creationId xmlns:p14="http://schemas.microsoft.com/office/powerpoint/2010/main" val="1759312219386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fontWeight:2:0:0" val="5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fontWeight:3:0:0" val="5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fontWeight:3:0:0" val="5"/>
  <p:tag name="fontWeight:2:0:0" val="5"/>
</p:tagLst>
</file>

<file path=ppt/tags/tag4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fontWeight:2:0:0" val="5"/>
</p:tagLst>
</file>

<file path=ppt/tags/tag5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6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7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2" val="Roboto-medium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Ideation">
  <a:themeElements>
    <a:clrScheme name="Ideation">
      <a:dk1>
        <a:srgbClr val="000000"/>
      </a:dk1>
      <a:lt1>
        <a:srgbClr val="ffffff"/>
      </a:lt1>
      <a:dk2>
        <a:srgbClr val="170e21"/>
      </a:dk2>
      <a:lt2>
        <a:srgbClr val="fdeeec"/>
      </a:lt2>
      <a:accent1>
        <a:srgbClr val="ef5941"/>
      </a:accent1>
      <a:accent2>
        <a:srgbClr val="f27a67"/>
      </a:accent2>
      <a:accent3>
        <a:srgbClr val="f59b8d"/>
      </a:accent3>
      <a:accent4>
        <a:srgbClr val="7546a5"/>
      </a:accent4>
      <a:accent5>
        <a:srgbClr val="9e80bc"/>
      </a:accent5>
      <a:accent6>
        <a:srgbClr val="c4acdc"/>
      </a:accent6>
      <a:hlink>
        <a:srgbClr val="ae0122"/>
      </a:hlink>
      <a:folHlink>
        <a:srgbClr val="df8698"/>
      </a:folHlink>
    </a:clrScheme>
    <a:fontScheme name="Ideation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Ide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Ideation">
  <a:themeElements>
    <a:clrScheme name="Ideation">
      <a:dk1>
        <a:srgbClr val="000000"/>
      </a:dk1>
      <a:lt1>
        <a:srgbClr val="ffffff"/>
      </a:lt1>
      <a:dk2>
        <a:srgbClr val="170e21"/>
      </a:dk2>
      <a:lt2>
        <a:srgbClr val="fdeeec"/>
      </a:lt2>
      <a:accent1>
        <a:srgbClr val="ef5941"/>
      </a:accent1>
      <a:accent2>
        <a:srgbClr val="f27a67"/>
      </a:accent2>
      <a:accent3>
        <a:srgbClr val="f59b8d"/>
      </a:accent3>
      <a:accent4>
        <a:srgbClr val="7546a5"/>
      </a:accent4>
      <a:accent5>
        <a:srgbClr val="9e80bc"/>
      </a:accent5>
      <a:accent6>
        <a:srgbClr val="c4acdc"/>
      </a:accent6>
      <a:hlink>
        <a:srgbClr val="ae0122"/>
      </a:hlink>
      <a:folHlink>
        <a:srgbClr val="df8698"/>
      </a:folHlink>
    </a:clrScheme>
    <a:fontScheme name="Ideation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Ide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2025-10-01T14:58:49Z</dcterms:created>
  <dcterms:modified xsi:type="dcterms:W3CDTF">2025-10-01T15:17:15Z</dcterms:modified>
</cp:coreProperties>
</file>