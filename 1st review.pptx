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71" r:id="rId4"/>
    <p:sldId id="272" r:id="rId5"/>
    <p:sldId id="273" r:id="rId6"/>
    <p:sldId id="274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6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7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68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9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70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590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591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592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</a:p>
        </p:txBody>
      </p:sp>
      <p:sp>
        <p:nvSpPr>
          <p:cNvPr id="1048593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06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Google Shape;149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8627" name="Google Shape;15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0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1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2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3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584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85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Google Shape;22;p25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598" name="Google Shape;23;p25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lvl9pPr>
          </a:lstStyle>
          <a:p>
            <a:endParaRPr/>
          </a:p>
        </p:txBody>
      </p:sp>
      <p:sp>
        <p:nvSpPr>
          <p:cNvPr id="1048599" name="Google Shape;24;p2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0" name="Google Shape;25;p2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27;p26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2" name="Google Shape;28;p26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23" name="Google Shape;29;p2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4" name="Google Shape;30;p2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4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5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29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0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1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2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46;p30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47;p3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9" name="Google Shape;48;p30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1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2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3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44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46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47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8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0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51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38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9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Google Shape;76;p35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4" name="Google Shape;77;p3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5" name="Google Shape;78;p3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7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578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Google Shape;86;p1"/>
          <p:cNvSpPr txBox="1">
            <a:spLocks noGrp="1"/>
          </p:cNvSpPr>
          <p:nvPr>
            <p:ph type="title"/>
          </p:nvPr>
        </p:nvSpPr>
        <p:spPr>
          <a:xfrm>
            <a:off x="3813602" y="1908910"/>
            <a:ext cx="8086165" cy="424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 RENTAL APPLICATION</a:t>
            </a:r>
            <a:endParaRPr lang="en-US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5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 dirty="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2097152" name="Google Shape;88;p1" descr="klogo copy.png"/>
          <p:cNvPicPr preferRelativeResize="0">
            <a:picLocks/>
          </p:cNvPicPr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3" name="Google Shape;89;p1" descr="kec2blackborder png.PNG"/>
          <p:cNvPicPr preferRelativeResize="0">
            <a:picLocks/>
          </p:cNvPicPr>
          <p:nvPr/>
        </p:nvPicPr>
        <p:blipFill rotWithShape="1">
          <a:blip r:embed="rId5">
            <a:alphaModFix/>
          </a:blip>
          <a:srcRect/>
          <a:stretch>
            <a:fillRect/>
          </a:stretch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8" name="Google Shape;90;p1"/>
          <p:cNvSpPr/>
          <p:nvPr/>
        </p:nvSpPr>
        <p:spPr>
          <a:xfrm>
            <a:off x="8702259" y="4675697"/>
            <a:ext cx="53532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dirty="0">
                <a:solidFill>
                  <a:srgbClr val="0B5394"/>
                </a:solidFill>
                <a:latin typeface="Times New Roman"/>
                <a:cs typeface="Times New Roman"/>
                <a:sym typeface="Times New Roman"/>
              </a:rPr>
              <a:t>DONE BY: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700" b="1" dirty="0">
                <a:latin typeface="Times New Roman"/>
                <a:ea typeface="Times New Roman"/>
                <a:cs typeface="Times New Roman"/>
                <a:sym typeface="Times New Roman"/>
              </a:rPr>
              <a:t>           KARTHIK R    –  23ITR080</a:t>
            </a:r>
            <a:r>
              <a:rPr lang="en-US" sz="17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7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95;p2"/>
          <p:cNvSpPr/>
          <p:nvPr/>
        </p:nvSpPr>
        <p:spPr>
          <a:xfrm>
            <a:off x="4065548" y="286197"/>
            <a:ext cx="4358640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4800" b="0" i="0" u="none" strike="noStrike" cap="none" dirty="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2" name="Google Shape;96;p2"/>
          <p:cNvSpPr txBox="1"/>
          <p:nvPr/>
        </p:nvSpPr>
        <p:spPr>
          <a:xfrm>
            <a:off x="9525001" y="6381750"/>
            <a:ext cx="6889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400"/>
              <a:buFont typeface="Noto Sans Symbols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8603" name="Google Shape;97;p2"/>
          <p:cNvSpPr txBox="1"/>
          <p:nvPr/>
        </p:nvSpPr>
        <p:spPr>
          <a:xfrm>
            <a:off x="5791200" y="6381750"/>
            <a:ext cx="20574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D2B7F6B-BA0B-68B4-C7F3-0A171DF42E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80457" y="2645133"/>
            <a:ext cx="1014389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     To develop a user-friendly car rental platform that simplifies the process of booking, managing, and returning rental vehicles through a digital interface.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    To provide an efficient system for car rental businesses to manage their fleet, customers, and bookings, enhancing operational productivity and customer satisfaction.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055C1-AAD8-4F76-1FAF-FA99354FC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542" y="544285"/>
            <a:ext cx="8225971" cy="566057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Technology Stack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2315A9-8DDA-08A5-F7DF-DBA6EDC965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584155" y="2070251"/>
            <a:ext cx="765991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React.js, CSS.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Node.js, Express.js.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MongoDB (Mongoose).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424677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3E00-9A00-3B09-1A17-688609A4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308" y="416191"/>
            <a:ext cx="10972800" cy="1143000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 			Front-End Development</a:t>
            </a:r>
            <a:br>
              <a:rPr lang="en-IN" b="1" dirty="0">
                <a:solidFill>
                  <a:srgbClr val="C00000"/>
                </a:solidFill>
              </a:rPr>
            </a:b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4795BB-67F6-9DD9-D858-6E3263CEC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53728" y="1581582"/>
            <a:ext cx="11356259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Login &amp; Register pages</a:t>
            </a: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  user authentication interface.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Styled with CSS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–   clean and responsive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–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dirty="0"/>
              <a:t>rowse available cars with details like model, price,    and availability.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24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Panel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/>
              <a:t>  manage users, cars, bookings, and view reports.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14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7C5F1-5D3A-E1E7-D548-07DCCFBA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38368"/>
            <a:ext cx="10972800" cy="1532164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				API 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07932A-A9D3-0FDD-7572-1DCA90255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95171" y="1185583"/>
            <a:ext cx="7045778" cy="5468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POST 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 — create/update user (after Firebase login)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 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/users/: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user profile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PUT 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/users/: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update profile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PUT 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/users/: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/role — set role (admin)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/materials — upload (admin)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 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/materials — list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 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/materials/:id — details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/materials/:id/download — download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 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 — list (search, category, level)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/courses/:id — details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 — create (admin)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PUT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/courses/:id — update (admin)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DELETE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/courses/:id — delete (admin)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/courses/: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POST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/courses/: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courseId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/rate — rate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/courses/user/enrolled — my courses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 — all users	</a:t>
            </a:r>
          </a:p>
          <a:p>
            <a:pPr marL="137160" indent="0"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GET /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/users-stats — totals/active/inactive/logins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5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E8149-3DBC-12EC-1018-6ED1B3DA9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04850"/>
            <a:ext cx="10972800" cy="348343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</a:rPr>
              <a:t>			Reports in Admin Panel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E505F-DF7E-3CC2-E776-A43E9F4DD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59277" y="1873703"/>
            <a:ext cx="10972800" cy="43894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registrations and login tracking.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users shown in real-time.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details with status.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last login time with date</a:t>
            </a:r>
            <a:r>
              <a:rPr lang="en-US" sz="2400" dirty="0"/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165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Google Shape;152;p22"/>
          <p:cNvSpPr txBox="1">
            <a:spLocks noGrp="1"/>
          </p:cNvSpPr>
          <p:nvPr>
            <p:ph type="title"/>
          </p:nvPr>
        </p:nvSpPr>
        <p:spPr>
          <a:xfrm>
            <a:off x="4707657" y="1371600"/>
            <a:ext cx="2776686" cy="1548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427</Words>
  <Application>Microsoft Office PowerPoint</Application>
  <PresentationFormat>Widescreen</PresentationFormat>
  <Paragraphs>64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Noto Sans Symbols</vt:lpstr>
      <vt:lpstr>Times New Roman</vt:lpstr>
      <vt:lpstr>Flow</vt:lpstr>
      <vt:lpstr>  CAR RENTAL APPLICATION</vt:lpstr>
      <vt:lpstr>PowerPoint Presentation</vt:lpstr>
      <vt:lpstr>   Technology Stack</vt:lpstr>
      <vt:lpstr>    Front-End Development </vt:lpstr>
      <vt:lpstr>    API References</vt:lpstr>
      <vt:lpstr>   Reports in Admin Panel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kavinkumar M</dc:creator>
  <cp:lastModifiedBy>IYYAPPAN R</cp:lastModifiedBy>
  <cp:revision>4</cp:revision>
  <dcterms:created xsi:type="dcterms:W3CDTF">2021-04-21T04:36:00Z</dcterms:created>
  <dcterms:modified xsi:type="dcterms:W3CDTF">2025-09-15T08:31:07Z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6670674c939d4849b8e07ccb3644c843</vt:lpwstr>
  </property>
  <property fmtid="{D5CDD505-2E9C-101B-9397-08002B2CF9AE}" pid="3" name="KSOProductBuildVer">
    <vt:lpwstr>1033-11.2.0.11537</vt:lpwstr>
  </property>
</Properties>
</file>